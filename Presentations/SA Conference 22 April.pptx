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9" r:id="rId16"/>
    <p:sldId id="290" r:id="rId17"/>
    <p:sldId id="291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EF1"/>
    <a:srgbClr val="EF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CAE8-7D0C-4093-B359-1BE2AADAFBB0}" v="159" dt="2026-04-21T16:50:41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0" d="100"/>
          <a:sy n="250" d="100"/>
        </p:scale>
        <p:origin x="-9720" y="-6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Wright" userId="40f3fb6c-ae0e-45ff-b859-f0b8117b82f2" providerId="ADAL" clId="{AFC541A2-B8DF-4FB7-973A-8102727E9D1A}"/>
    <pc:docChg chg="undo custSel addSld delSld modSld sldOrd">
      <pc:chgData name="Peter Wright" userId="40f3fb6c-ae0e-45ff-b859-f0b8117b82f2" providerId="ADAL" clId="{AFC541A2-B8DF-4FB7-973A-8102727E9D1A}" dt="2026-04-21T16:54:50.500" v="3514" actId="14100"/>
      <pc:docMkLst>
        <pc:docMk/>
      </pc:docMkLst>
      <pc:sldChg chg="addSp modSp mod">
        <pc:chgData name="Peter Wright" userId="40f3fb6c-ae0e-45ff-b859-f0b8117b82f2" providerId="ADAL" clId="{AFC541A2-B8DF-4FB7-973A-8102727E9D1A}" dt="2026-04-21T16:54:50.500" v="3514" actId="14100"/>
        <pc:sldMkLst>
          <pc:docMk/>
          <pc:sldMk cId="790581495" sldId="256"/>
        </pc:sldMkLst>
        <pc:spChg chg="mod">
          <ac:chgData name="Peter Wright" userId="40f3fb6c-ae0e-45ff-b859-f0b8117b82f2" providerId="ADAL" clId="{AFC541A2-B8DF-4FB7-973A-8102727E9D1A}" dt="2026-04-21T16:53:39.957" v="3484" actId="14100"/>
          <ac:spMkLst>
            <pc:docMk/>
            <pc:sldMk cId="790581495" sldId="256"/>
            <ac:spMk id="3" creationId="{CF7B77FC-39B9-78E0-6B3F-AA0D845EC1DA}"/>
          </ac:spMkLst>
        </pc:spChg>
        <pc:picChg chg="add mod">
          <ac:chgData name="Peter Wright" userId="40f3fb6c-ae0e-45ff-b859-f0b8117b82f2" providerId="ADAL" clId="{AFC541A2-B8DF-4FB7-973A-8102727E9D1A}" dt="2026-04-21T16:51:50.031" v="3479" actId="1076"/>
          <ac:picMkLst>
            <pc:docMk/>
            <pc:sldMk cId="790581495" sldId="256"/>
            <ac:picMk id="5" creationId="{6EEDA52A-7C0D-4CD3-3B22-E98AE92ED613}"/>
          </ac:picMkLst>
        </pc:picChg>
        <pc:picChg chg="add mod">
          <ac:chgData name="Peter Wright" userId="40f3fb6c-ae0e-45ff-b859-f0b8117b82f2" providerId="ADAL" clId="{AFC541A2-B8DF-4FB7-973A-8102727E9D1A}" dt="2026-04-21T16:53:44.969" v="3485" actId="1076"/>
          <ac:picMkLst>
            <pc:docMk/>
            <pc:sldMk cId="790581495" sldId="256"/>
            <ac:picMk id="7" creationId="{9517B673-D35C-187C-3567-15EC2FF1A184}"/>
          </ac:picMkLst>
        </pc:picChg>
        <pc:cxnChg chg="add mod">
          <ac:chgData name="Peter Wright" userId="40f3fb6c-ae0e-45ff-b859-f0b8117b82f2" providerId="ADAL" clId="{AFC541A2-B8DF-4FB7-973A-8102727E9D1A}" dt="2026-04-21T16:54:50.500" v="3514" actId="14100"/>
          <ac:cxnSpMkLst>
            <pc:docMk/>
            <pc:sldMk cId="790581495" sldId="256"/>
            <ac:cxnSpMk id="9" creationId="{69DA7993-AA9B-B7A6-4F5F-DE565BEC9C7B}"/>
          </ac:cxnSpMkLst>
        </pc:cxnChg>
      </pc:sldChg>
      <pc:sldChg chg="addSp modSp mod">
        <pc:chgData name="Peter Wright" userId="40f3fb6c-ae0e-45ff-b859-f0b8117b82f2" providerId="ADAL" clId="{AFC541A2-B8DF-4FB7-973A-8102727E9D1A}" dt="2026-04-21T12:02:18.035" v="993" actId="20577"/>
        <pc:sldMkLst>
          <pc:docMk/>
          <pc:sldMk cId="3401161920" sldId="257"/>
        </pc:sldMkLst>
        <pc:spChg chg="mod">
          <ac:chgData name="Peter Wright" userId="40f3fb6c-ae0e-45ff-b859-f0b8117b82f2" providerId="ADAL" clId="{AFC541A2-B8DF-4FB7-973A-8102727E9D1A}" dt="2026-04-17T11:25:23.680" v="300" actId="14100"/>
          <ac:spMkLst>
            <pc:docMk/>
            <pc:sldMk cId="3401161920" sldId="257"/>
            <ac:spMk id="2" creationId="{DE160149-EED7-3A4C-C279-8642B1F6C1E3}"/>
          </ac:spMkLst>
        </pc:spChg>
        <pc:spChg chg="mod">
          <ac:chgData name="Peter Wright" userId="40f3fb6c-ae0e-45ff-b859-f0b8117b82f2" providerId="ADAL" clId="{AFC541A2-B8DF-4FB7-973A-8102727E9D1A}" dt="2026-04-21T12:02:18.035" v="993" actId="20577"/>
          <ac:spMkLst>
            <pc:docMk/>
            <pc:sldMk cId="3401161920" sldId="257"/>
            <ac:spMk id="3" creationId="{107D8CCA-2A4E-6A62-0F76-7A95B3212D5A}"/>
          </ac:spMkLst>
        </pc:spChg>
        <pc:spChg chg="add mod">
          <ac:chgData name="Peter Wright" userId="40f3fb6c-ae0e-45ff-b859-f0b8117b82f2" providerId="ADAL" clId="{AFC541A2-B8DF-4FB7-973A-8102727E9D1A}" dt="2026-04-17T11:25:00.597" v="298" actId="1076"/>
          <ac:spMkLst>
            <pc:docMk/>
            <pc:sldMk cId="3401161920" sldId="257"/>
            <ac:spMk id="10" creationId="{248EC814-8DA5-D715-EFCB-C8D8ED659C60}"/>
          </ac:spMkLst>
        </pc:spChg>
        <pc:picChg chg="add mod">
          <ac:chgData name="Peter Wright" userId="40f3fb6c-ae0e-45ff-b859-f0b8117b82f2" providerId="ADAL" clId="{AFC541A2-B8DF-4FB7-973A-8102727E9D1A}" dt="2026-04-17T11:23:58.472" v="281" actId="14100"/>
          <ac:picMkLst>
            <pc:docMk/>
            <pc:sldMk cId="3401161920" sldId="257"/>
            <ac:picMk id="5" creationId="{BC3ABC5E-5F64-10AB-3ED0-0768D58A2570}"/>
          </ac:picMkLst>
        </pc:picChg>
        <pc:cxnChg chg="add mod">
          <ac:chgData name="Peter Wright" userId="40f3fb6c-ae0e-45ff-b859-f0b8117b82f2" providerId="ADAL" clId="{AFC541A2-B8DF-4FB7-973A-8102727E9D1A}" dt="2026-04-17T11:24:35.019" v="288" actId="14100"/>
          <ac:cxnSpMkLst>
            <pc:docMk/>
            <pc:sldMk cId="3401161920" sldId="257"/>
            <ac:cxnSpMk id="7" creationId="{0573847D-4625-2D5A-188D-F134AB95511C}"/>
          </ac:cxnSpMkLst>
        </pc:cxnChg>
      </pc:sldChg>
      <pc:sldChg chg="modSp add mod">
        <pc:chgData name="Peter Wright" userId="40f3fb6c-ae0e-45ff-b859-f0b8117b82f2" providerId="ADAL" clId="{AFC541A2-B8DF-4FB7-973A-8102727E9D1A}" dt="2026-04-17T11:28:28.588" v="576" actId="20577"/>
        <pc:sldMkLst>
          <pc:docMk/>
          <pc:sldMk cId="2101766188" sldId="258"/>
        </pc:sldMkLst>
        <pc:spChg chg="mod">
          <ac:chgData name="Peter Wright" userId="40f3fb6c-ae0e-45ff-b859-f0b8117b82f2" providerId="ADAL" clId="{AFC541A2-B8DF-4FB7-973A-8102727E9D1A}" dt="2026-04-17T11:27:07.788" v="411" actId="20577"/>
          <ac:spMkLst>
            <pc:docMk/>
            <pc:sldMk cId="2101766188" sldId="258"/>
            <ac:spMk id="2" creationId="{617C1222-050C-DD87-72E5-05CF485CD34C}"/>
          </ac:spMkLst>
        </pc:spChg>
        <pc:spChg chg="mod">
          <ac:chgData name="Peter Wright" userId="40f3fb6c-ae0e-45ff-b859-f0b8117b82f2" providerId="ADAL" clId="{AFC541A2-B8DF-4FB7-973A-8102727E9D1A}" dt="2026-04-17T11:28:28.588" v="576" actId="20577"/>
          <ac:spMkLst>
            <pc:docMk/>
            <pc:sldMk cId="2101766188" sldId="258"/>
            <ac:spMk id="3" creationId="{242BE6FF-F10B-1DE2-55DF-C681380AEB9B}"/>
          </ac:spMkLst>
        </pc:spChg>
      </pc:sldChg>
      <pc:sldChg chg="addSp delSp modSp add mod">
        <pc:chgData name="Peter Wright" userId="40f3fb6c-ae0e-45ff-b859-f0b8117b82f2" providerId="ADAL" clId="{AFC541A2-B8DF-4FB7-973A-8102727E9D1A}" dt="2026-04-21T12:21:14.011" v="1103" actId="478"/>
        <pc:sldMkLst>
          <pc:docMk/>
          <pc:sldMk cId="2939848331" sldId="259"/>
        </pc:sldMkLst>
        <pc:spChg chg="mod">
          <ac:chgData name="Peter Wright" userId="40f3fb6c-ae0e-45ff-b859-f0b8117b82f2" providerId="ADAL" clId="{AFC541A2-B8DF-4FB7-973A-8102727E9D1A}" dt="2026-04-17T11:38:34.544" v="924" actId="27636"/>
          <ac:spMkLst>
            <pc:docMk/>
            <pc:sldMk cId="2939848331" sldId="259"/>
            <ac:spMk id="3" creationId="{269D92B7-94B1-4D25-BB84-C4035F9FB84B}"/>
          </ac:spMkLst>
        </pc:spChg>
        <pc:spChg chg="add mod">
          <ac:chgData name="Peter Wright" userId="40f3fb6c-ae0e-45ff-b859-f0b8117b82f2" providerId="ADAL" clId="{AFC541A2-B8DF-4FB7-973A-8102727E9D1A}" dt="2026-04-17T12:09:48.352" v="953" actId="14100"/>
          <ac:spMkLst>
            <pc:docMk/>
            <pc:sldMk cId="2939848331" sldId="259"/>
            <ac:spMk id="11" creationId="{E3775685-1BB6-CE8D-B461-88B79B4EB00F}"/>
          </ac:spMkLst>
        </pc:spChg>
        <pc:picChg chg="mod">
          <ac:chgData name="Peter Wright" userId="40f3fb6c-ae0e-45ff-b859-f0b8117b82f2" providerId="ADAL" clId="{AFC541A2-B8DF-4FB7-973A-8102727E9D1A}" dt="2026-04-17T12:08:50.647" v="942" actId="14100"/>
          <ac:picMkLst>
            <pc:docMk/>
            <pc:sldMk cId="2939848331" sldId="259"/>
            <ac:picMk id="5" creationId="{C4B4FB0A-21EE-A6B2-D1FA-44D0D86A0B38}"/>
          </ac:picMkLst>
        </pc:picChg>
        <pc:picChg chg="add del">
          <ac:chgData name="Peter Wright" userId="40f3fb6c-ae0e-45ff-b859-f0b8117b82f2" providerId="ADAL" clId="{AFC541A2-B8DF-4FB7-973A-8102727E9D1A}" dt="2026-04-21T12:21:14.011" v="1103" actId="478"/>
          <ac:picMkLst>
            <pc:docMk/>
            <pc:sldMk cId="2939848331" sldId="259"/>
            <ac:picMk id="6" creationId="{56B8ED54-2614-8D97-7E3F-A99CF06563D3}"/>
          </ac:picMkLst>
        </pc:picChg>
        <pc:picChg chg="add mod ord modCrop">
          <ac:chgData name="Peter Wright" userId="40f3fb6c-ae0e-45ff-b859-f0b8117b82f2" providerId="ADAL" clId="{AFC541A2-B8DF-4FB7-973A-8102727E9D1A}" dt="2026-04-17T12:09:20.002" v="948" actId="1076"/>
          <ac:picMkLst>
            <pc:docMk/>
            <pc:sldMk cId="2939848331" sldId="259"/>
            <ac:picMk id="9" creationId="{EC5F5DE0-7C3D-8846-6DBD-A75275F24D48}"/>
          </ac:picMkLst>
        </pc:picChg>
      </pc:sldChg>
      <pc:sldChg chg="modSp add mod ord">
        <pc:chgData name="Peter Wright" userId="40f3fb6c-ae0e-45ff-b859-f0b8117b82f2" providerId="ADAL" clId="{AFC541A2-B8DF-4FB7-973A-8102727E9D1A}" dt="2026-04-21T12:37:25.457" v="1282"/>
        <pc:sldMkLst>
          <pc:docMk/>
          <pc:sldMk cId="3513708059" sldId="260"/>
        </pc:sldMkLst>
        <pc:spChg chg="mod">
          <ac:chgData name="Peter Wright" userId="40f3fb6c-ae0e-45ff-b859-f0b8117b82f2" providerId="ADAL" clId="{AFC541A2-B8DF-4FB7-973A-8102727E9D1A}" dt="2026-04-21T12:16:21.530" v="1101" actId="113"/>
          <ac:spMkLst>
            <pc:docMk/>
            <pc:sldMk cId="3513708059" sldId="260"/>
            <ac:spMk id="3" creationId="{E34559BE-DEF7-BF90-1BDC-3A282A13F0E2}"/>
          </ac:spMkLst>
        </pc:spChg>
      </pc:sldChg>
      <pc:sldChg chg="modSp add mod">
        <pc:chgData name="Peter Wright" userId="40f3fb6c-ae0e-45ff-b859-f0b8117b82f2" providerId="ADAL" clId="{AFC541A2-B8DF-4FB7-973A-8102727E9D1A}" dt="2026-04-21T12:38:17.317" v="1291" actId="1038"/>
        <pc:sldMkLst>
          <pc:docMk/>
          <pc:sldMk cId="0" sldId="279"/>
        </pc:sldMkLst>
        <pc:spChg chg="mod">
          <ac:chgData name="Peter Wright" userId="40f3fb6c-ae0e-45ff-b859-f0b8117b82f2" providerId="ADAL" clId="{AFC541A2-B8DF-4FB7-973A-8102727E9D1A}" dt="2026-04-21T12:22:20.194" v="1214" actId="14100"/>
          <ac:spMkLst>
            <pc:docMk/>
            <pc:sldMk cId="0" sldId="279"/>
            <ac:spMk id="50178" creationId="{9312D03D-910D-D485-EF9E-2E66B1AAB480}"/>
          </ac:spMkLst>
        </pc:spChg>
        <pc:spChg chg="mod">
          <ac:chgData name="Peter Wright" userId="40f3fb6c-ae0e-45ff-b859-f0b8117b82f2" providerId="ADAL" clId="{AFC541A2-B8DF-4FB7-973A-8102727E9D1A}" dt="2026-04-21T12:38:13.170" v="1287" actId="14100"/>
          <ac:spMkLst>
            <pc:docMk/>
            <pc:sldMk cId="0" sldId="279"/>
            <ac:spMk id="50179" creationId="{C97F790A-1ED2-25DA-48CD-0B3E4770327E}"/>
          </ac:spMkLst>
        </pc:spChg>
        <pc:spChg chg="mod">
          <ac:chgData name="Peter Wright" userId="40f3fb6c-ae0e-45ff-b859-f0b8117b82f2" providerId="ADAL" clId="{AFC541A2-B8DF-4FB7-973A-8102727E9D1A}" dt="2026-04-21T12:36:51.023" v="1274" actId="20577"/>
          <ac:spMkLst>
            <pc:docMk/>
            <pc:sldMk cId="0" sldId="279"/>
            <ac:spMk id="50180" creationId="{12D88FE0-BF08-F41D-F04C-C34F3A941D77}"/>
          </ac:spMkLst>
        </pc:spChg>
        <pc:spChg chg="mod">
          <ac:chgData name="Peter Wright" userId="40f3fb6c-ae0e-45ff-b859-f0b8117b82f2" providerId="ADAL" clId="{AFC541A2-B8DF-4FB7-973A-8102727E9D1A}" dt="2026-04-21T12:37:56.677" v="1286" actId="1076"/>
          <ac:spMkLst>
            <pc:docMk/>
            <pc:sldMk cId="0" sldId="279"/>
            <ac:spMk id="50184" creationId="{96DAE8AA-0F89-9422-4B3B-ABE153C23DF6}"/>
          </ac:spMkLst>
        </pc:spChg>
        <pc:spChg chg="mod">
          <ac:chgData name="Peter Wright" userId="40f3fb6c-ae0e-45ff-b859-f0b8117b82f2" providerId="ADAL" clId="{AFC541A2-B8DF-4FB7-973A-8102727E9D1A}" dt="2026-04-21T12:36:26.346" v="1232" actId="403"/>
          <ac:spMkLst>
            <pc:docMk/>
            <pc:sldMk cId="0" sldId="279"/>
            <ac:spMk id="50185" creationId="{572CECB3-D999-7FEF-AF6B-CE0E70D68FA4}"/>
          </ac:spMkLst>
        </pc:spChg>
        <pc:picChg chg="mod">
          <ac:chgData name="Peter Wright" userId="40f3fb6c-ae0e-45ff-b859-f0b8117b82f2" providerId="ADAL" clId="{AFC541A2-B8DF-4FB7-973A-8102727E9D1A}" dt="2026-04-21T12:38:13.170" v="1287" actId="14100"/>
          <ac:picMkLst>
            <pc:docMk/>
            <pc:sldMk cId="0" sldId="279"/>
            <ac:picMk id="50181" creationId="{933C51C6-77A4-5047-1C05-7407C0BBC3A8}"/>
          </ac:picMkLst>
        </pc:picChg>
        <pc:picChg chg="mod">
          <ac:chgData name="Peter Wright" userId="40f3fb6c-ae0e-45ff-b859-f0b8117b82f2" providerId="ADAL" clId="{AFC541A2-B8DF-4FB7-973A-8102727E9D1A}" dt="2026-04-21T12:38:13.170" v="1287" actId="14100"/>
          <ac:picMkLst>
            <pc:docMk/>
            <pc:sldMk cId="0" sldId="279"/>
            <ac:picMk id="50182" creationId="{E1DD3656-9AEB-F170-08F4-B45BE5DA04F1}"/>
          </ac:picMkLst>
        </pc:picChg>
        <pc:picChg chg="mod">
          <ac:chgData name="Peter Wright" userId="40f3fb6c-ae0e-45ff-b859-f0b8117b82f2" providerId="ADAL" clId="{AFC541A2-B8DF-4FB7-973A-8102727E9D1A}" dt="2026-04-21T12:38:17.317" v="1291" actId="1038"/>
          <ac:picMkLst>
            <pc:docMk/>
            <pc:sldMk cId="0" sldId="279"/>
            <ac:picMk id="50183" creationId="{0DE2A342-8247-2B2E-AF62-DAFB3BF483A1}"/>
          </ac:picMkLst>
        </pc:picChg>
        <pc:picChg chg="mod">
          <ac:chgData name="Peter Wright" userId="40f3fb6c-ae0e-45ff-b859-f0b8117b82f2" providerId="ADAL" clId="{AFC541A2-B8DF-4FB7-973A-8102727E9D1A}" dt="2026-04-21T12:37:20.645" v="1280" actId="14100"/>
          <ac:picMkLst>
            <pc:docMk/>
            <pc:sldMk cId="0" sldId="279"/>
            <ac:picMk id="50186" creationId="{8A63AA42-9638-79EE-7ED3-6A0A20F9F490}"/>
          </ac:picMkLst>
        </pc:picChg>
      </pc:sldChg>
      <pc:sldChg chg="addSp modSp new mod">
        <pc:chgData name="Peter Wright" userId="40f3fb6c-ae0e-45ff-b859-f0b8117b82f2" providerId="ADAL" clId="{AFC541A2-B8DF-4FB7-973A-8102727E9D1A}" dt="2026-04-21T12:51:53.351" v="1796" actId="20577"/>
        <pc:sldMkLst>
          <pc:docMk/>
          <pc:sldMk cId="1422495056" sldId="280"/>
        </pc:sldMkLst>
        <pc:spChg chg="add mod">
          <ac:chgData name="Peter Wright" userId="40f3fb6c-ae0e-45ff-b859-f0b8117b82f2" providerId="ADAL" clId="{AFC541A2-B8DF-4FB7-973A-8102727E9D1A}" dt="2026-04-21T12:50:46.353" v="1679" actId="20577"/>
          <ac:spMkLst>
            <pc:docMk/>
            <pc:sldMk cId="1422495056" sldId="280"/>
            <ac:spMk id="2" creationId="{D2A9C2A0-8D17-9DE0-8A62-ABED7045C70A}"/>
          </ac:spMkLst>
        </pc:spChg>
        <pc:spChg chg="add mod">
          <ac:chgData name="Peter Wright" userId="40f3fb6c-ae0e-45ff-b859-f0b8117b82f2" providerId="ADAL" clId="{AFC541A2-B8DF-4FB7-973A-8102727E9D1A}" dt="2026-04-21T12:49:06.480" v="1558" actId="5793"/>
          <ac:spMkLst>
            <pc:docMk/>
            <pc:sldMk cId="1422495056" sldId="280"/>
            <ac:spMk id="3" creationId="{F5F7C140-59F5-8DF8-1AB0-894719DC733D}"/>
          </ac:spMkLst>
        </pc:spChg>
        <pc:spChg chg="add mod">
          <ac:chgData name="Peter Wright" userId="40f3fb6c-ae0e-45ff-b859-f0b8117b82f2" providerId="ADAL" clId="{AFC541A2-B8DF-4FB7-973A-8102727E9D1A}" dt="2026-04-21T12:51:53.351" v="1796" actId="20577"/>
          <ac:spMkLst>
            <pc:docMk/>
            <pc:sldMk cId="1422495056" sldId="280"/>
            <ac:spMk id="4" creationId="{4E97599F-E361-CA22-D6F2-15628192DABD}"/>
          </ac:spMkLst>
        </pc:spChg>
      </pc:sldChg>
      <pc:sldChg chg="addSp delSp modSp new mod">
        <pc:chgData name="Peter Wright" userId="40f3fb6c-ae0e-45ff-b859-f0b8117b82f2" providerId="ADAL" clId="{AFC541A2-B8DF-4FB7-973A-8102727E9D1A}" dt="2026-04-21T14:18:56.060" v="1822" actId="14100"/>
        <pc:sldMkLst>
          <pc:docMk/>
          <pc:sldMk cId="1631586576" sldId="281"/>
        </pc:sldMkLst>
        <pc:spChg chg="add del mod">
          <ac:chgData name="Peter Wright" userId="40f3fb6c-ae0e-45ff-b859-f0b8117b82f2" providerId="ADAL" clId="{AFC541A2-B8DF-4FB7-973A-8102727E9D1A}" dt="2026-04-21T14:14:53.842" v="1814" actId="478"/>
          <ac:spMkLst>
            <pc:docMk/>
            <pc:sldMk cId="1631586576" sldId="281"/>
            <ac:spMk id="2" creationId="{5376C3C5-074F-0EAD-B030-B5881BE3D18A}"/>
          </ac:spMkLst>
        </pc:spChg>
        <pc:spChg chg="add mod">
          <ac:chgData name="Peter Wright" userId="40f3fb6c-ae0e-45ff-b859-f0b8117b82f2" providerId="ADAL" clId="{AFC541A2-B8DF-4FB7-973A-8102727E9D1A}" dt="2026-04-21T13:26:32.069" v="1809" actId="255"/>
          <ac:spMkLst>
            <pc:docMk/>
            <pc:sldMk cId="1631586576" sldId="281"/>
            <ac:spMk id="3" creationId="{E83F4437-F624-AEBA-860C-2FF25AC5C44F}"/>
          </ac:spMkLst>
        </pc:spChg>
        <pc:spChg chg="add del">
          <ac:chgData name="Peter Wright" userId="40f3fb6c-ae0e-45ff-b859-f0b8117b82f2" providerId="ADAL" clId="{AFC541A2-B8DF-4FB7-973A-8102727E9D1A}" dt="2026-04-21T14:15:21.168" v="1816" actId="478"/>
          <ac:spMkLst>
            <pc:docMk/>
            <pc:sldMk cId="1631586576" sldId="281"/>
            <ac:spMk id="4" creationId="{35CA8B43-CC05-169B-BDEC-087D56780205}"/>
          </ac:spMkLst>
        </pc:spChg>
        <pc:picChg chg="add mod">
          <ac:chgData name="Peter Wright" userId="40f3fb6c-ae0e-45ff-b859-f0b8117b82f2" providerId="ADAL" clId="{AFC541A2-B8DF-4FB7-973A-8102727E9D1A}" dt="2026-04-21T13:33:42.762" v="1811" actId="1076"/>
          <ac:picMkLst>
            <pc:docMk/>
            <pc:sldMk cId="1631586576" sldId="281"/>
            <ac:picMk id="5" creationId="{B7F48E6E-80CF-E5A7-D5AD-45458E0F87C8}"/>
          </ac:picMkLst>
        </pc:picChg>
        <pc:picChg chg="add mod">
          <ac:chgData name="Peter Wright" userId="40f3fb6c-ae0e-45ff-b859-f0b8117b82f2" providerId="ADAL" clId="{AFC541A2-B8DF-4FB7-973A-8102727E9D1A}" dt="2026-04-21T14:16:04.885" v="1818" actId="1076"/>
          <ac:picMkLst>
            <pc:docMk/>
            <pc:sldMk cId="1631586576" sldId="281"/>
            <ac:picMk id="7" creationId="{9A2EFB46-D7F4-D90F-DD98-DB69F7EA5F96}"/>
          </ac:picMkLst>
        </pc:picChg>
        <pc:picChg chg="add mod">
          <ac:chgData name="Peter Wright" userId="40f3fb6c-ae0e-45ff-b859-f0b8117b82f2" providerId="ADAL" clId="{AFC541A2-B8DF-4FB7-973A-8102727E9D1A}" dt="2026-04-21T14:18:56.060" v="1822" actId="14100"/>
          <ac:picMkLst>
            <pc:docMk/>
            <pc:sldMk cId="1631586576" sldId="281"/>
            <ac:picMk id="9" creationId="{AFE73271-C67B-1C0E-03DD-0BD56105FB65}"/>
          </ac:picMkLst>
        </pc:picChg>
      </pc:sldChg>
      <pc:sldChg chg="addSp delSp modSp add mod">
        <pc:chgData name="Peter Wright" userId="40f3fb6c-ae0e-45ff-b859-f0b8117b82f2" providerId="ADAL" clId="{AFC541A2-B8DF-4FB7-973A-8102727E9D1A}" dt="2026-04-21T14:33:52.152" v="1879" actId="1076"/>
        <pc:sldMkLst>
          <pc:docMk/>
          <pc:sldMk cId="2569034121" sldId="282"/>
        </pc:sldMkLst>
        <pc:spChg chg="del">
          <ac:chgData name="Peter Wright" userId="40f3fb6c-ae0e-45ff-b859-f0b8117b82f2" providerId="ADAL" clId="{AFC541A2-B8DF-4FB7-973A-8102727E9D1A}" dt="2026-04-21T14:20:12.992" v="1827" actId="478"/>
          <ac:spMkLst>
            <pc:docMk/>
            <pc:sldMk cId="2569034121" sldId="282"/>
            <ac:spMk id="3" creationId="{13B8F91A-3328-E14F-8ECF-7DA753AFF13F}"/>
          </ac:spMkLst>
        </pc:spChg>
        <pc:spChg chg="add del mod">
          <ac:chgData name="Peter Wright" userId="40f3fb6c-ae0e-45ff-b859-f0b8117b82f2" providerId="ADAL" clId="{AFC541A2-B8DF-4FB7-973A-8102727E9D1A}" dt="2026-04-21T14:33:52.152" v="1879" actId="1076"/>
          <ac:spMkLst>
            <pc:docMk/>
            <pc:sldMk cId="2569034121" sldId="282"/>
            <ac:spMk id="4" creationId="{D48F49D0-586C-A956-ABD2-FD908BF1CD0C}"/>
          </ac:spMkLst>
        </pc:spChg>
        <pc:picChg chg="mod modCrop">
          <ac:chgData name="Peter Wright" userId="40f3fb6c-ae0e-45ff-b859-f0b8117b82f2" providerId="ADAL" clId="{AFC541A2-B8DF-4FB7-973A-8102727E9D1A}" dt="2026-04-21T14:33:44.452" v="1878" actId="14100"/>
          <ac:picMkLst>
            <pc:docMk/>
            <pc:sldMk cId="2569034121" sldId="282"/>
            <ac:picMk id="5" creationId="{0DA6F78A-ECE0-9572-EEF9-89BE5F1B87D8}"/>
          </ac:picMkLst>
        </pc:picChg>
        <pc:picChg chg="del">
          <ac:chgData name="Peter Wright" userId="40f3fb6c-ae0e-45ff-b859-f0b8117b82f2" providerId="ADAL" clId="{AFC541A2-B8DF-4FB7-973A-8102727E9D1A}" dt="2026-04-21T14:19:50.175" v="1824" actId="478"/>
          <ac:picMkLst>
            <pc:docMk/>
            <pc:sldMk cId="2569034121" sldId="282"/>
            <ac:picMk id="7" creationId="{01F53368-1FBD-2CD8-E420-EBE696303AD5}"/>
          </ac:picMkLst>
        </pc:picChg>
        <pc:picChg chg="del">
          <ac:chgData name="Peter Wright" userId="40f3fb6c-ae0e-45ff-b859-f0b8117b82f2" providerId="ADAL" clId="{AFC541A2-B8DF-4FB7-973A-8102727E9D1A}" dt="2026-04-21T14:19:51.228" v="1825" actId="478"/>
          <ac:picMkLst>
            <pc:docMk/>
            <pc:sldMk cId="2569034121" sldId="282"/>
            <ac:picMk id="9" creationId="{5FC5C9A4-9942-2ECC-9B4E-724C30FCE11D}"/>
          </ac:picMkLst>
        </pc:picChg>
      </pc:sldChg>
      <pc:sldChg chg="addSp delSp modSp add mod">
        <pc:chgData name="Peter Wright" userId="40f3fb6c-ae0e-45ff-b859-f0b8117b82f2" providerId="ADAL" clId="{AFC541A2-B8DF-4FB7-973A-8102727E9D1A}" dt="2026-04-21T14:37:58.456" v="1982" actId="14100"/>
        <pc:sldMkLst>
          <pc:docMk/>
          <pc:sldMk cId="1546710366" sldId="283"/>
        </pc:sldMkLst>
        <pc:spChg chg="mod">
          <ac:chgData name="Peter Wright" userId="40f3fb6c-ae0e-45ff-b859-f0b8117b82f2" providerId="ADAL" clId="{AFC541A2-B8DF-4FB7-973A-8102727E9D1A}" dt="2026-04-21T14:36:45.188" v="1966" actId="20577"/>
          <ac:spMkLst>
            <pc:docMk/>
            <pc:sldMk cId="1546710366" sldId="283"/>
            <ac:spMk id="4" creationId="{A38EFDA1-CADD-C766-3C13-CC0E3BBD221C}"/>
          </ac:spMkLst>
        </pc:spChg>
        <pc:picChg chg="add mod modCrop">
          <ac:chgData name="Peter Wright" userId="40f3fb6c-ae0e-45ff-b859-f0b8117b82f2" providerId="ADAL" clId="{AFC541A2-B8DF-4FB7-973A-8102727E9D1A}" dt="2026-04-21T14:37:58.456" v="1982" actId="14100"/>
          <ac:picMkLst>
            <pc:docMk/>
            <pc:sldMk cId="1546710366" sldId="283"/>
            <ac:picMk id="3" creationId="{3CFB7532-455D-11DC-E14B-E4DD4293E5C6}"/>
          </ac:picMkLst>
        </pc:picChg>
        <pc:picChg chg="del">
          <ac:chgData name="Peter Wright" userId="40f3fb6c-ae0e-45ff-b859-f0b8117b82f2" providerId="ADAL" clId="{AFC541A2-B8DF-4FB7-973A-8102727E9D1A}" dt="2026-04-21T14:34:24.540" v="1881" actId="478"/>
          <ac:picMkLst>
            <pc:docMk/>
            <pc:sldMk cId="1546710366" sldId="283"/>
            <ac:picMk id="5" creationId="{2C2DC500-7099-DE7F-AD4D-1FC1B8549C6F}"/>
          </ac:picMkLst>
        </pc:picChg>
      </pc:sldChg>
      <pc:sldChg chg="addSp delSp modSp add mod">
        <pc:chgData name="Peter Wright" userId="40f3fb6c-ae0e-45ff-b859-f0b8117b82f2" providerId="ADAL" clId="{AFC541A2-B8DF-4FB7-973A-8102727E9D1A}" dt="2026-04-21T14:49:42.519" v="2163" actId="20577"/>
        <pc:sldMkLst>
          <pc:docMk/>
          <pc:sldMk cId="2136531053" sldId="284"/>
        </pc:sldMkLst>
        <pc:spChg chg="mod">
          <ac:chgData name="Peter Wright" userId="40f3fb6c-ae0e-45ff-b859-f0b8117b82f2" providerId="ADAL" clId="{AFC541A2-B8DF-4FB7-973A-8102727E9D1A}" dt="2026-04-21T14:49:42.519" v="2163" actId="20577"/>
          <ac:spMkLst>
            <pc:docMk/>
            <pc:sldMk cId="2136531053" sldId="284"/>
            <ac:spMk id="4" creationId="{1C5CEC71-8459-8AAC-1E52-B836081512B3}"/>
          </ac:spMkLst>
        </pc:spChg>
        <pc:graphicFrameChg chg="add del mod">
          <ac:chgData name="Peter Wright" userId="40f3fb6c-ae0e-45ff-b859-f0b8117b82f2" providerId="ADAL" clId="{AFC541A2-B8DF-4FB7-973A-8102727E9D1A}" dt="2026-04-21T14:39:34.318" v="1984" actId="478"/>
          <ac:graphicFrameMkLst>
            <pc:docMk/>
            <pc:sldMk cId="2136531053" sldId="284"/>
            <ac:graphicFrameMk id="6" creationId="{40ADCC54-8914-EC2B-79E4-FCCBFAB58926}"/>
          </ac:graphicFrameMkLst>
        </pc:graphicFrameChg>
        <pc:graphicFrameChg chg="add del mod modGraphic">
          <ac:chgData name="Peter Wright" userId="40f3fb6c-ae0e-45ff-b859-f0b8117b82f2" providerId="ADAL" clId="{AFC541A2-B8DF-4FB7-973A-8102727E9D1A}" dt="2026-04-21T14:39:47.828" v="1987" actId="478"/>
          <ac:graphicFrameMkLst>
            <pc:docMk/>
            <pc:sldMk cId="2136531053" sldId="284"/>
            <ac:graphicFrameMk id="7" creationId="{DE7AD1E8-70C6-8DEB-0151-FB7DD4326B78}"/>
          </ac:graphicFrameMkLst>
        </pc:graphicFrameChg>
        <pc:picChg chg="del mod">
          <ac:chgData name="Peter Wright" userId="40f3fb6c-ae0e-45ff-b859-f0b8117b82f2" providerId="ADAL" clId="{AFC541A2-B8DF-4FB7-973A-8102727E9D1A}" dt="2026-04-21T14:37:04.712" v="1969" actId="478"/>
          <ac:picMkLst>
            <pc:docMk/>
            <pc:sldMk cId="2136531053" sldId="284"/>
            <ac:picMk id="3" creationId="{F0C1E0F2-BC1D-9DE6-B249-575123AEB8AB}"/>
          </ac:picMkLst>
        </pc:picChg>
        <pc:picChg chg="add mod modCrop">
          <ac:chgData name="Peter Wright" userId="40f3fb6c-ae0e-45ff-b859-f0b8117b82f2" providerId="ADAL" clId="{AFC541A2-B8DF-4FB7-973A-8102727E9D1A}" dt="2026-04-21T14:37:48.526" v="1979" actId="14100"/>
          <ac:picMkLst>
            <pc:docMk/>
            <pc:sldMk cId="2136531053" sldId="284"/>
            <ac:picMk id="5" creationId="{25225B0A-C53B-3D0B-40A8-0C92FC05842A}"/>
          </ac:picMkLst>
        </pc:picChg>
      </pc:sldChg>
      <pc:sldChg chg="addSp delSp modSp add mod">
        <pc:chgData name="Peter Wright" userId="40f3fb6c-ae0e-45ff-b859-f0b8117b82f2" providerId="ADAL" clId="{AFC541A2-B8DF-4FB7-973A-8102727E9D1A}" dt="2026-04-21T15:05:09.595" v="2341" actId="1076"/>
        <pc:sldMkLst>
          <pc:docMk/>
          <pc:sldMk cId="105504808" sldId="285"/>
        </pc:sldMkLst>
        <pc:spChg chg="mod">
          <ac:chgData name="Peter Wright" userId="40f3fb6c-ae0e-45ff-b859-f0b8117b82f2" providerId="ADAL" clId="{AFC541A2-B8DF-4FB7-973A-8102727E9D1A}" dt="2026-04-21T15:05:09.595" v="2341" actId="1076"/>
          <ac:spMkLst>
            <pc:docMk/>
            <pc:sldMk cId="105504808" sldId="285"/>
            <ac:spMk id="4" creationId="{3270B7AE-8087-1564-2702-93FF6D6605C2}"/>
          </ac:spMkLst>
        </pc:spChg>
        <pc:picChg chg="add mod modCrop">
          <ac:chgData name="Peter Wright" userId="40f3fb6c-ae0e-45ff-b859-f0b8117b82f2" providerId="ADAL" clId="{AFC541A2-B8DF-4FB7-973A-8102727E9D1A}" dt="2026-04-21T15:02:51.619" v="2174" actId="14100"/>
          <ac:picMkLst>
            <pc:docMk/>
            <pc:sldMk cId="105504808" sldId="285"/>
            <ac:picMk id="3" creationId="{6934A263-B755-8757-1E98-E359F2908324}"/>
          </ac:picMkLst>
        </pc:picChg>
        <pc:picChg chg="del">
          <ac:chgData name="Peter Wright" userId="40f3fb6c-ae0e-45ff-b859-f0b8117b82f2" providerId="ADAL" clId="{AFC541A2-B8DF-4FB7-973A-8102727E9D1A}" dt="2026-04-21T15:02:17.455" v="2165" actId="478"/>
          <ac:picMkLst>
            <pc:docMk/>
            <pc:sldMk cId="105504808" sldId="285"/>
            <ac:picMk id="5" creationId="{A06D0B76-6392-5981-90AB-BE10E1361724}"/>
          </ac:picMkLst>
        </pc:picChg>
      </pc:sldChg>
      <pc:sldChg chg="addSp delSp modSp add mod">
        <pc:chgData name="Peter Wright" userId="40f3fb6c-ae0e-45ff-b859-f0b8117b82f2" providerId="ADAL" clId="{AFC541A2-B8DF-4FB7-973A-8102727E9D1A}" dt="2026-04-21T15:08:19.862" v="2488" actId="20577"/>
        <pc:sldMkLst>
          <pc:docMk/>
          <pc:sldMk cId="1774838227" sldId="286"/>
        </pc:sldMkLst>
        <pc:spChg chg="mod">
          <ac:chgData name="Peter Wright" userId="40f3fb6c-ae0e-45ff-b859-f0b8117b82f2" providerId="ADAL" clId="{AFC541A2-B8DF-4FB7-973A-8102727E9D1A}" dt="2026-04-21T15:08:19.862" v="2488" actId="20577"/>
          <ac:spMkLst>
            <pc:docMk/>
            <pc:sldMk cId="1774838227" sldId="286"/>
            <ac:spMk id="4" creationId="{2814F7E9-C52F-4676-E1EF-1DC959361747}"/>
          </ac:spMkLst>
        </pc:spChg>
        <pc:picChg chg="del">
          <ac:chgData name="Peter Wright" userId="40f3fb6c-ae0e-45ff-b859-f0b8117b82f2" providerId="ADAL" clId="{AFC541A2-B8DF-4FB7-973A-8102727E9D1A}" dt="2026-04-21T15:05:18.739" v="2343" actId="478"/>
          <ac:picMkLst>
            <pc:docMk/>
            <pc:sldMk cId="1774838227" sldId="286"/>
            <ac:picMk id="3" creationId="{D16F6CC0-9D5E-2A23-7FFD-58A4D4EF9733}"/>
          </ac:picMkLst>
        </pc:picChg>
        <pc:picChg chg="add mod modCrop">
          <ac:chgData name="Peter Wright" userId="40f3fb6c-ae0e-45ff-b859-f0b8117b82f2" providerId="ADAL" clId="{AFC541A2-B8DF-4FB7-973A-8102727E9D1A}" dt="2026-04-21T15:05:52" v="2348" actId="14100"/>
          <ac:picMkLst>
            <pc:docMk/>
            <pc:sldMk cId="1774838227" sldId="286"/>
            <ac:picMk id="5" creationId="{70753814-42C7-4C31-42AE-17CEAB76BA02}"/>
          </ac:picMkLst>
        </pc:picChg>
      </pc:sldChg>
      <pc:sldChg chg="addSp delSp modSp add mod">
        <pc:chgData name="Peter Wright" userId="40f3fb6c-ae0e-45ff-b859-f0b8117b82f2" providerId="ADAL" clId="{AFC541A2-B8DF-4FB7-973A-8102727E9D1A}" dt="2026-04-21T15:14:47.482" v="2531" actId="113"/>
        <pc:sldMkLst>
          <pc:docMk/>
          <pc:sldMk cId="1524387078" sldId="287"/>
        </pc:sldMkLst>
        <pc:spChg chg="add mod">
          <ac:chgData name="Peter Wright" userId="40f3fb6c-ae0e-45ff-b859-f0b8117b82f2" providerId="ADAL" clId="{AFC541A2-B8DF-4FB7-973A-8102727E9D1A}" dt="2026-04-21T15:12:19.673" v="2507" actId="207"/>
          <ac:spMkLst>
            <pc:docMk/>
            <pc:sldMk cId="1524387078" sldId="287"/>
            <ac:spMk id="3" creationId="{1C6620BD-3CF7-EE88-EE21-DA46DAA3102E}"/>
          </ac:spMkLst>
        </pc:spChg>
        <pc:spChg chg="del mod">
          <ac:chgData name="Peter Wright" userId="40f3fb6c-ae0e-45ff-b859-f0b8117b82f2" providerId="ADAL" clId="{AFC541A2-B8DF-4FB7-973A-8102727E9D1A}" dt="2026-04-21T15:11:26.161" v="2495" actId="478"/>
          <ac:spMkLst>
            <pc:docMk/>
            <pc:sldMk cId="1524387078" sldId="287"/>
            <ac:spMk id="4" creationId="{BBE11559-B3D7-06C4-E2CB-34E9E845AE70}"/>
          </ac:spMkLst>
        </pc:spChg>
        <pc:spChg chg="add mod">
          <ac:chgData name="Peter Wright" userId="40f3fb6c-ae0e-45ff-b859-f0b8117b82f2" providerId="ADAL" clId="{AFC541A2-B8DF-4FB7-973A-8102727E9D1A}" dt="2026-04-21T15:14:47.482" v="2531" actId="113"/>
          <ac:spMkLst>
            <pc:docMk/>
            <pc:sldMk cId="1524387078" sldId="287"/>
            <ac:spMk id="9" creationId="{AF870269-16CB-5B6E-F1DE-6D6D5A3134A0}"/>
          </ac:spMkLst>
        </pc:spChg>
        <pc:picChg chg="del mod">
          <ac:chgData name="Peter Wright" userId="40f3fb6c-ae0e-45ff-b859-f0b8117b82f2" providerId="ADAL" clId="{AFC541A2-B8DF-4FB7-973A-8102727E9D1A}" dt="2026-04-21T15:11:11.199" v="2491" actId="478"/>
          <ac:picMkLst>
            <pc:docMk/>
            <pc:sldMk cId="1524387078" sldId="287"/>
            <ac:picMk id="5" creationId="{7E946855-9E18-7DFE-2653-BA60437AD45D}"/>
          </ac:picMkLst>
        </pc:picChg>
        <pc:picChg chg="add mod modCrop">
          <ac:chgData name="Peter Wright" userId="40f3fb6c-ae0e-45ff-b859-f0b8117b82f2" providerId="ADAL" clId="{AFC541A2-B8DF-4FB7-973A-8102727E9D1A}" dt="2026-04-21T15:13:52.202" v="2511" actId="1076"/>
          <ac:picMkLst>
            <pc:docMk/>
            <pc:sldMk cId="1524387078" sldId="287"/>
            <ac:picMk id="7" creationId="{3E2F5247-CAA1-F52A-E090-696478F4C6D5}"/>
          </ac:picMkLst>
        </pc:picChg>
      </pc:sldChg>
      <pc:sldChg chg="new del">
        <pc:chgData name="Peter Wright" userId="40f3fb6c-ae0e-45ff-b859-f0b8117b82f2" providerId="ADAL" clId="{AFC541A2-B8DF-4FB7-973A-8102727E9D1A}" dt="2026-04-21T15:25:30.329" v="2919" actId="47"/>
        <pc:sldMkLst>
          <pc:docMk/>
          <pc:sldMk cId="2073390974" sldId="288"/>
        </pc:sldMkLst>
      </pc:sldChg>
      <pc:sldChg chg="modSp new mod">
        <pc:chgData name="Peter Wright" userId="40f3fb6c-ae0e-45ff-b859-f0b8117b82f2" providerId="ADAL" clId="{AFC541A2-B8DF-4FB7-973A-8102727E9D1A}" dt="2026-04-21T16:46:05.254" v="2989" actId="207"/>
        <pc:sldMkLst>
          <pc:docMk/>
          <pc:sldMk cId="3656414417" sldId="289"/>
        </pc:sldMkLst>
        <pc:spChg chg="mod">
          <ac:chgData name="Peter Wright" userId="40f3fb6c-ae0e-45ff-b859-f0b8117b82f2" providerId="ADAL" clId="{AFC541A2-B8DF-4FB7-973A-8102727E9D1A}" dt="2026-04-21T16:46:05.254" v="2989" actId="207"/>
          <ac:spMkLst>
            <pc:docMk/>
            <pc:sldMk cId="3656414417" sldId="289"/>
            <ac:spMk id="2" creationId="{7292C1E6-0284-73BC-A726-41A492F91954}"/>
          </ac:spMkLst>
        </pc:spChg>
        <pc:spChg chg="mod">
          <ac:chgData name="Peter Wright" userId="40f3fb6c-ae0e-45ff-b859-f0b8117b82f2" providerId="ADAL" clId="{AFC541A2-B8DF-4FB7-973A-8102727E9D1A}" dt="2026-04-21T16:38:20.592" v="2920" actId="113"/>
          <ac:spMkLst>
            <pc:docMk/>
            <pc:sldMk cId="3656414417" sldId="289"/>
            <ac:spMk id="3" creationId="{AC12277A-3622-FAE9-FAC5-84467C0EBAD2}"/>
          </ac:spMkLst>
        </pc:spChg>
      </pc:sldChg>
      <pc:sldChg chg="modSp add mod">
        <pc:chgData name="Peter Wright" userId="40f3fb6c-ae0e-45ff-b859-f0b8117b82f2" providerId="ADAL" clId="{AFC541A2-B8DF-4FB7-973A-8102727E9D1A}" dt="2026-04-21T16:48:43.268" v="3302" actId="113"/>
        <pc:sldMkLst>
          <pc:docMk/>
          <pc:sldMk cId="51633339" sldId="290"/>
        </pc:sldMkLst>
        <pc:spChg chg="mod">
          <ac:chgData name="Peter Wright" userId="40f3fb6c-ae0e-45ff-b859-f0b8117b82f2" providerId="ADAL" clId="{AFC541A2-B8DF-4FB7-973A-8102727E9D1A}" dt="2026-04-21T16:46:18.066" v="3005" actId="207"/>
          <ac:spMkLst>
            <pc:docMk/>
            <pc:sldMk cId="51633339" sldId="290"/>
            <ac:spMk id="2" creationId="{6897FF8E-9A30-2E91-6CF2-3A1DEBEFFA0E}"/>
          </ac:spMkLst>
        </pc:spChg>
        <pc:spChg chg="mod">
          <ac:chgData name="Peter Wright" userId="40f3fb6c-ae0e-45ff-b859-f0b8117b82f2" providerId="ADAL" clId="{AFC541A2-B8DF-4FB7-973A-8102727E9D1A}" dt="2026-04-21T16:48:43.268" v="3302" actId="113"/>
          <ac:spMkLst>
            <pc:docMk/>
            <pc:sldMk cId="51633339" sldId="290"/>
            <ac:spMk id="3" creationId="{FD0A2312-3254-E5DF-0590-4A7800359F48}"/>
          </ac:spMkLst>
        </pc:spChg>
      </pc:sldChg>
      <pc:sldChg chg="addSp delSp modSp add mod">
        <pc:chgData name="Peter Wright" userId="40f3fb6c-ae0e-45ff-b859-f0b8117b82f2" providerId="ADAL" clId="{AFC541A2-B8DF-4FB7-973A-8102727E9D1A}" dt="2026-04-21T16:46:23.548" v="3006" actId="207"/>
        <pc:sldMkLst>
          <pc:docMk/>
          <pc:sldMk cId="476015300" sldId="291"/>
        </pc:sldMkLst>
        <pc:spChg chg="mod">
          <ac:chgData name="Peter Wright" userId="40f3fb6c-ae0e-45ff-b859-f0b8117b82f2" providerId="ADAL" clId="{AFC541A2-B8DF-4FB7-973A-8102727E9D1A}" dt="2026-04-21T16:46:23.548" v="3006" actId="207"/>
          <ac:spMkLst>
            <pc:docMk/>
            <pc:sldMk cId="476015300" sldId="291"/>
            <ac:spMk id="2" creationId="{87460A07-B196-82F2-0431-EF5E1D9A8048}"/>
          </ac:spMkLst>
        </pc:spChg>
        <pc:spChg chg="del">
          <ac:chgData name="Peter Wright" userId="40f3fb6c-ae0e-45ff-b859-f0b8117b82f2" providerId="ADAL" clId="{AFC541A2-B8DF-4FB7-973A-8102727E9D1A}" dt="2026-04-21T16:45:06.273" v="2935" actId="478"/>
          <ac:spMkLst>
            <pc:docMk/>
            <pc:sldMk cId="476015300" sldId="291"/>
            <ac:spMk id="3" creationId="{402806B1-5365-628E-8AF1-3EDCB2AAA81B}"/>
          </ac:spMkLst>
        </pc:spChg>
        <pc:spChg chg="add del mod">
          <ac:chgData name="Peter Wright" userId="40f3fb6c-ae0e-45ff-b859-f0b8117b82f2" providerId="ADAL" clId="{AFC541A2-B8DF-4FB7-973A-8102727E9D1A}" dt="2026-04-21T16:45:08.028" v="2936" actId="478"/>
          <ac:spMkLst>
            <pc:docMk/>
            <pc:sldMk cId="476015300" sldId="291"/>
            <ac:spMk id="5" creationId="{53BF48B5-399D-6ABC-8FD7-162CD6E46C3D}"/>
          </ac:spMkLst>
        </pc:spChg>
        <pc:picChg chg="add mod">
          <ac:chgData name="Peter Wright" userId="40f3fb6c-ae0e-45ff-b859-f0b8117b82f2" providerId="ADAL" clId="{AFC541A2-B8DF-4FB7-973A-8102727E9D1A}" dt="2026-04-21T16:45:43.306" v="2966" actId="1076"/>
          <ac:picMkLst>
            <pc:docMk/>
            <pc:sldMk cId="476015300" sldId="291"/>
            <ac:picMk id="7" creationId="{B0166D2C-4E25-F22D-B122-987A1CA4CBB9}"/>
          </ac:picMkLst>
        </pc:picChg>
      </pc:sldChg>
      <pc:sldChg chg="modSp new mod">
        <pc:chgData name="Peter Wright" userId="40f3fb6c-ae0e-45ff-b859-f0b8117b82f2" providerId="ADAL" clId="{AFC541A2-B8DF-4FB7-973A-8102727E9D1A}" dt="2026-04-21T16:50:53.295" v="3476" actId="948"/>
        <pc:sldMkLst>
          <pc:docMk/>
          <pc:sldMk cId="3361482346" sldId="292"/>
        </pc:sldMkLst>
        <pc:spChg chg="mod">
          <ac:chgData name="Peter Wright" userId="40f3fb6c-ae0e-45ff-b859-f0b8117b82f2" providerId="ADAL" clId="{AFC541A2-B8DF-4FB7-973A-8102727E9D1A}" dt="2026-04-21T16:49:55.834" v="3471" actId="1076"/>
          <ac:spMkLst>
            <pc:docMk/>
            <pc:sldMk cId="3361482346" sldId="292"/>
            <ac:spMk id="2" creationId="{35C80D46-D275-8843-3F8B-C45422E97B2F}"/>
          </ac:spMkLst>
        </pc:spChg>
        <pc:spChg chg="mod">
          <ac:chgData name="Peter Wright" userId="40f3fb6c-ae0e-45ff-b859-f0b8117b82f2" providerId="ADAL" clId="{AFC541A2-B8DF-4FB7-973A-8102727E9D1A}" dt="2026-04-21T16:50:53.295" v="3476" actId="948"/>
          <ac:spMkLst>
            <pc:docMk/>
            <pc:sldMk cId="3361482346" sldId="292"/>
            <ac:spMk id="3" creationId="{D2A898A4-4776-C58F-42B0-C1150AB20E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9A7EB-9305-49DA-8F7F-6655984372E8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E2616-B8CB-4C6C-A1B2-3F994A76EF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5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C2E65F0-313F-9E44-833F-B14FAD65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6125"/>
            <a:ext cx="4962525" cy="3721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C9C5AFE-3D0D-7B11-BB21-A06D684AE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4716463"/>
            <a:ext cx="4891088" cy="4464050"/>
          </a:xfrm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D246-BCBE-083B-EF02-83D965BEC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EB42F-B3F1-5188-287B-318B586D4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7AEF-23D2-850C-4C86-BA3DA4DF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383A8-2707-D6FB-D161-BFEFA7B2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5AF7D-02FD-84D7-4DA6-0F55D643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965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0557-9815-FB0F-69AE-00483061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B7E0B-6F2D-3223-6082-D966AE5C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2FBC6-8719-3817-4223-18D4B6C3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E9C81-2EB0-D281-1DF2-4E13B4601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955CC-BFFD-201F-F60A-EC59DCB8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81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07BF-B5FC-3C4A-B317-16F97DB1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7B9B9-F34F-F153-25D1-D0F9EC061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39282-9727-30E0-478D-7AFDA6E5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3596D-9791-9995-18F4-2102BEE7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DE981-2C45-D0AE-650B-96A3CE21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57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34DC-1C8B-B231-E86B-A18FDFE6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FFDC0-732E-3627-60AF-4DD1779A7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AE091-1958-7EBF-AD1B-4306DF4F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7AF1D-D808-58E2-8BD8-C5E69755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60E40-775A-9E6B-967A-4A7F62F9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F4E87-2276-1706-C6C1-89361485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58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3497-4D59-7D74-FCCC-BD68181C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AA2B6-05EC-444D-BE71-F63A8D725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7880E-C4AC-1AAB-9803-AACA73B14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5C15E-FFE0-6794-307B-FB3D3EDCB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99A3CA-F83C-FA51-B6A3-364E52005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C88A6-AA7E-5B39-9EBB-871D8233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66333-D016-73A4-D449-E8F8A2A6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B4462-7126-267B-BEAB-3238631E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28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419D-7B43-56F8-581B-EFEFD6A3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FA096-19EA-B2C5-7B14-79C451BF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B993C-08D5-9CC4-19FE-77D8F494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11885-1442-A3DB-B3D4-419E969B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75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4383B-02EC-4A9C-4819-4AF8FDE7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B065E-2968-96B1-1C4C-2964AC30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4C29E-BA87-48DC-F536-D26025A6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837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1BF4-A1A1-ADC5-6AF6-D4CDD1F1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148FC-B693-9355-82FA-4D65FC6E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0910B-9AC3-6C09-69DA-F36516542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3B9ED-217D-B6B8-4D2D-C8A6CC70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DE3EE-F5A2-2300-5567-CF014123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D11E7-E0C0-8B7B-4ED4-0834E3C4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1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0042-3871-8EB9-B475-F0CFE453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25BC7-6E9E-8A47-C7E7-D4DD9D418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B5E66-5652-22B3-AFD3-E9BB7A5A6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D5818-3667-02E0-3710-B7287C4E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D84C4-D984-A049-A80F-155A45CC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5ABD4-564B-D6A8-7559-B5F0F742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50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13E1-9E94-CF62-21F1-989836BB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98CF2-D5E7-7EF2-F3C7-3B60DFD36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C876-A916-51C2-16EF-115022C6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197A1-ECA9-9476-F531-16281BA2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4E891-8AB3-291B-52DD-07672E58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98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FEF6B-1F9D-BD7C-6402-632EFE0A4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7FCAD-785A-77E6-8D3D-07A6291C1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3C0A-2A30-42D8-05C3-9FA08C826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44C91-F2F6-A38D-57B2-2642541F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8E52C-7C34-CDE2-BE18-1D077BF6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14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F18C8-A07C-F512-54B1-A7461B87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F14C8-C7FD-3947-A84E-23CEBB1E9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60E5E-BF09-02E9-B944-C8289DDFF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FE966-EB1B-4F46-9E19-4E17F7AE9604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A09A8-80F1-181A-5EDE-4496222F3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398B5-7E29-C181-9D20-F954CE1D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A9FC7-B0A5-4AD9-86F8-5DB5BFE9D3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63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upload.wikimedia.org/wikipedia/commons/8/89/Flag_of_WHO.svg" TargetMode="External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cieh.org/what-is-environmental-health/the-future-of-eh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peter@peterwright.servic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CB534-A8D9-815A-F40B-B5A10AE18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96" y="2411667"/>
            <a:ext cx="11951208" cy="23876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The Nature and The Scope of Environmental Health Services In The United Kingdom</a:t>
            </a:r>
            <a:br>
              <a:rPr lang="en-GB" dirty="0"/>
            </a:br>
            <a:r>
              <a:rPr lang="en-GB" dirty="0"/>
              <a:t>and</a:t>
            </a:r>
            <a:br>
              <a:rPr lang="en-GB" dirty="0"/>
            </a:br>
            <a:r>
              <a:rPr lang="en-GB" b="1" dirty="0"/>
              <a:t>What the United Kingdom has learned from the Rest of The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B77FC-39B9-78E0-6B3F-AA0D845EC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89304" y="5988622"/>
            <a:ext cx="13481304" cy="869378"/>
          </a:xfrm>
        </p:spPr>
        <p:txBody>
          <a:bodyPr>
            <a:normAutofit lnSpcReduction="10000"/>
          </a:bodyPr>
          <a:lstStyle/>
          <a:p>
            <a:r>
              <a:rPr lang="en-GB" sz="6000" dirty="0"/>
              <a:t>Peter Wright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DA52A-7C0D-4CD3-3B22-E98AE92E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3133"/>
            <a:ext cx="1517386" cy="1590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17B673-D35C-187C-3567-15EC2FF1A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133" y="5193133"/>
            <a:ext cx="1664867" cy="166486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A7993-AA9B-B7A6-4F5F-DE565BEC9C7B}"/>
              </a:ext>
            </a:extLst>
          </p:cNvPr>
          <p:cNvCxnSpPr>
            <a:cxnSpLocks/>
          </p:cNvCxnSpPr>
          <p:nvPr/>
        </p:nvCxnSpPr>
        <p:spPr>
          <a:xfrm flipH="1">
            <a:off x="11279556" y="5135880"/>
            <a:ext cx="108534" cy="5738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58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0149-EED7-3A4C-C279-8642B1F6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" y="0"/>
            <a:ext cx="12103608" cy="1325563"/>
          </a:xfrm>
        </p:spPr>
        <p:txBody>
          <a:bodyPr/>
          <a:lstStyle/>
          <a:p>
            <a:r>
              <a:rPr lang="en-GB" dirty="0"/>
              <a:t>Please raise your hand if I’m talking too fast or you can’t understand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D8CCA-2A4E-6A62-0F76-7A95B3212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691639"/>
            <a:ext cx="7104888" cy="50389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800" dirty="0"/>
              <a:t>Although I’m English, I have a strong regional accent.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lang="en-GB" sz="4300" dirty="0"/>
              <a:t>It’s called “Geordie” if you’re interested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800" dirty="0"/>
              <a:t>I also tend to talk too fast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800" dirty="0"/>
              <a:t>I promise that I won’t be offended if you signal to me to talk more slowly or clearly.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ABC5E-5F64-10AB-3ED0-0768D58A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1" y="1072121"/>
            <a:ext cx="4933950" cy="57858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73847D-4625-2D5A-188D-F134AB95511C}"/>
              </a:ext>
            </a:extLst>
          </p:cNvPr>
          <p:cNvCxnSpPr>
            <a:cxnSpLocks/>
          </p:cNvCxnSpPr>
          <p:nvPr/>
        </p:nvCxnSpPr>
        <p:spPr>
          <a:xfrm flipH="1">
            <a:off x="10727055" y="2843784"/>
            <a:ext cx="885825" cy="8054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8EC814-8DA5-D715-EFCB-C8D8ED659C60}"/>
              </a:ext>
            </a:extLst>
          </p:cNvPr>
          <p:cNvSpPr txBox="1"/>
          <p:nvPr/>
        </p:nvSpPr>
        <p:spPr>
          <a:xfrm>
            <a:off x="11176479" y="2259009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340116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7F3A-B237-4004-A161-03F955A6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1222-050C-DD87-72E5-05CF485C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" y="-227368"/>
            <a:ext cx="12103608" cy="1325563"/>
          </a:xfrm>
        </p:spPr>
        <p:txBody>
          <a:bodyPr>
            <a:normAutofit/>
          </a:bodyPr>
          <a:lstStyle/>
          <a:p>
            <a:r>
              <a:rPr lang="en-GB" sz="4800" b="1" dirty="0"/>
              <a:t>The United Kingdom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E6FF-F10B-1DE2-55DF-C681380AE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63" y="1271015"/>
            <a:ext cx="7104888" cy="503898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dirty="0"/>
              <a:t>We have a UK Government covering Scotland, Northern Ireland, Wales and England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dirty="0"/>
              <a:t>Wales, Scotland and Northern Ireland have devolved Governments, with </a:t>
            </a:r>
            <a:r>
              <a:rPr lang="en-GB" sz="4000" b="1" i="1" dirty="0"/>
              <a:t>some</a:t>
            </a:r>
            <a:r>
              <a:rPr lang="en-GB" sz="4000" dirty="0"/>
              <a:t> devolved powers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dirty="0"/>
              <a:t>England is governed solely by the UK Government in London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4A70B-C8B9-7C1E-0792-B3B2321B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1" y="1072121"/>
            <a:ext cx="4933950" cy="57858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C60C27-0D60-7C28-3065-ADFF5AE7864C}"/>
              </a:ext>
            </a:extLst>
          </p:cNvPr>
          <p:cNvCxnSpPr>
            <a:cxnSpLocks/>
          </p:cNvCxnSpPr>
          <p:nvPr/>
        </p:nvCxnSpPr>
        <p:spPr>
          <a:xfrm flipH="1">
            <a:off x="10727055" y="2843784"/>
            <a:ext cx="885825" cy="8054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1FEC82-F379-C7EF-B619-71612A20D04A}"/>
              </a:ext>
            </a:extLst>
          </p:cNvPr>
          <p:cNvSpPr txBox="1"/>
          <p:nvPr/>
        </p:nvSpPr>
        <p:spPr>
          <a:xfrm>
            <a:off x="11176479" y="2259009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2101766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9333-1913-C3CF-EC6C-4BC60F81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5F5DE0-7C3D-8846-6DBD-A75275F2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" t="2084" r="52593" b="4332"/>
          <a:stretch>
            <a:fillRect/>
          </a:stretch>
        </p:blipFill>
        <p:spPr>
          <a:xfrm>
            <a:off x="8258175" y="1579083"/>
            <a:ext cx="3933825" cy="525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4B747C-B3F6-150C-161A-CDA59337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" y="-227368"/>
            <a:ext cx="12103608" cy="1325563"/>
          </a:xfrm>
        </p:spPr>
        <p:txBody>
          <a:bodyPr>
            <a:normAutofit/>
          </a:bodyPr>
          <a:lstStyle/>
          <a:p>
            <a:r>
              <a:rPr lang="en-GB" sz="4800" b="1" dirty="0"/>
              <a:t>The United Kingdom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D92B7-94B1-4D25-BB84-C4035F9FB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62" y="1271014"/>
            <a:ext cx="8881109" cy="558698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dirty="0"/>
              <a:t>Our National Health service is the responsibility of each of the 4 nations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dirty="0"/>
              <a:t>Public Health is split between the Governments and local authorities</a:t>
            </a:r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endParaRPr lang="en-GB" sz="40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4000" dirty="0"/>
              <a:t>Essentially ‘sickness’ and ‘illness’ is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b="1" dirty="0"/>
              <a:t>Cured</a:t>
            </a:r>
            <a:r>
              <a:rPr lang="en-GB" sz="4000" dirty="0"/>
              <a:t> by the Governments, and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4000" b="1" dirty="0"/>
              <a:t>Prevented </a:t>
            </a:r>
            <a:r>
              <a:rPr lang="en-GB" sz="4000" dirty="0"/>
              <a:t>by local administrations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4FB0A-21EE-A6B2-D1FA-44D0D86A0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0" y="0"/>
            <a:ext cx="1466850" cy="1720126"/>
          </a:xfrm>
          <a:prstGeom prst="rect">
            <a:avLst/>
          </a:pr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3775685-1BB6-CE8D-B461-88B79B4EB00F}"/>
              </a:ext>
            </a:extLst>
          </p:cNvPr>
          <p:cNvSpPr/>
          <p:nvPr/>
        </p:nvSpPr>
        <p:spPr>
          <a:xfrm flipV="1">
            <a:off x="8258175" y="1579082"/>
            <a:ext cx="2092832" cy="1023213"/>
          </a:xfrm>
          <a:prstGeom prst="triangle">
            <a:avLst>
              <a:gd name="adj" fmla="val 629"/>
            </a:avLst>
          </a:prstGeom>
          <a:solidFill>
            <a:srgbClr val="EFF9FE"/>
          </a:solidFill>
          <a:ln>
            <a:solidFill>
              <a:srgbClr val="EFF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84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09A7D-8084-925F-7EDC-5D14B35F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1514FD-0CDC-2CEF-924B-C558A260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" t="2084" r="52593" b="4332"/>
          <a:stretch>
            <a:fillRect/>
          </a:stretch>
        </p:blipFill>
        <p:spPr>
          <a:xfrm>
            <a:off x="8258175" y="1579083"/>
            <a:ext cx="3933825" cy="5259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06A0-C27D-9A52-033F-BF8F4D21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" y="-227368"/>
            <a:ext cx="12103608" cy="1325563"/>
          </a:xfrm>
        </p:spPr>
        <p:txBody>
          <a:bodyPr>
            <a:normAutofit/>
          </a:bodyPr>
          <a:lstStyle/>
          <a:p>
            <a:r>
              <a:rPr lang="en-GB" sz="4800" b="1" dirty="0"/>
              <a:t>The United Kingdom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559BE-DEF7-BF90-1BDC-3A282A13F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62" y="1271014"/>
            <a:ext cx="8105013" cy="558698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2200" dirty="0"/>
              <a:t>Our National Health service is the responsibility of each of the 4 nations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2200" dirty="0"/>
              <a:t>Public Health is split between the Governments and local authorities</a:t>
            </a:r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GB" sz="2000" dirty="0"/>
              <a:t>Essentially ‘sickness’ and ‘illness’ is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2000" b="1" dirty="0"/>
              <a:t>Cured</a:t>
            </a:r>
            <a:r>
              <a:rPr lang="en-GB" sz="2000" dirty="0"/>
              <a:t> by the Governments, and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2000" b="1" dirty="0"/>
              <a:t>Prevented </a:t>
            </a:r>
            <a:r>
              <a:rPr lang="en-GB" sz="2000" dirty="0"/>
              <a:t>by local administrations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dirty="0"/>
              <a:t>Local administrations are tasked with creating and maintaining </a:t>
            </a:r>
            <a:r>
              <a:rPr lang="en-GB" b="1" dirty="0"/>
              <a:t>Wellbeing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FE044-28E9-BB57-7BEF-34C9BF23D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0" y="0"/>
            <a:ext cx="1466850" cy="1720126"/>
          </a:xfrm>
          <a:prstGeom prst="rect">
            <a:avLst/>
          </a:pr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F086B06F-3F7F-B2E8-0965-C7B03AF1F549}"/>
              </a:ext>
            </a:extLst>
          </p:cNvPr>
          <p:cNvSpPr/>
          <p:nvPr/>
        </p:nvSpPr>
        <p:spPr>
          <a:xfrm flipV="1">
            <a:off x="8258175" y="1579082"/>
            <a:ext cx="2092832" cy="1023213"/>
          </a:xfrm>
          <a:prstGeom prst="triangle">
            <a:avLst>
              <a:gd name="adj" fmla="val 629"/>
            </a:avLst>
          </a:prstGeom>
          <a:solidFill>
            <a:srgbClr val="EFF9FE"/>
          </a:solidFill>
          <a:ln>
            <a:solidFill>
              <a:srgbClr val="EFF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70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9312D03D-910D-D485-EF9E-2E66B1AAB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277" y="5734050"/>
            <a:ext cx="268345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GB" altLang="en-US" sz="2400">
              <a:latin typeface="Times New Roman" panose="02020603050405020304" pitchFamily="18" charset="0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97F790A-1ED2-25DA-48CD-0B3E47703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1" y="0"/>
            <a:ext cx="1722119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12D88FE0-BF08-F41D-F04C-C34F3A941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490" y="-458788"/>
            <a:ext cx="10490454" cy="214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altLang="en-US" sz="4800" b="1" dirty="0"/>
              <a:t>What is HEALTH?</a:t>
            </a:r>
            <a:br>
              <a:rPr lang="en-GB" altLang="en-US" sz="8800" b="1" dirty="0"/>
            </a:br>
            <a:r>
              <a:rPr lang="en-GB" altLang="en-US" sz="3600" b="1" dirty="0"/>
              <a:t>And why is the definition important?</a:t>
            </a:r>
            <a:endParaRPr lang="en-GB" altLang="en-US" sz="3600" dirty="0"/>
          </a:p>
        </p:txBody>
      </p:sp>
      <p:pic>
        <p:nvPicPr>
          <p:cNvPr id="50181" name="Picture 5">
            <a:extLst>
              <a:ext uri="{FF2B5EF4-FFF2-40B4-BE49-F238E27FC236}">
                <a16:creationId xmlns:a16="http://schemas.microsoft.com/office/drawing/2014/main" id="{933C51C6-77A4-5047-1C05-7407C0BBC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8" y="4581525"/>
            <a:ext cx="1562185" cy="21605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2" name="Picture 6">
            <a:extLst>
              <a:ext uri="{FF2B5EF4-FFF2-40B4-BE49-F238E27FC236}">
                <a16:creationId xmlns:a16="http://schemas.microsoft.com/office/drawing/2014/main" id="{E1DD3656-9AEB-F170-08F4-B45BE5DA0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6" y="71439"/>
            <a:ext cx="1586418" cy="220503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3" name="Picture 7">
            <a:extLst>
              <a:ext uri="{FF2B5EF4-FFF2-40B4-BE49-F238E27FC236}">
                <a16:creationId xmlns:a16="http://schemas.microsoft.com/office/drawing/2014/main" id="{0DE2A342-8247-2B2E-AF62-DAFB3BF48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3" y="2349500"/>
            <a:ext cx="1567031" cy="2159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184" name="Rectangle 8">
            <a:extLst>
              <a:ext uri="{FF2B5EF4-FFF2-40B4-BE49-F238E27FC236}">
                <a16:creationId xmlns:a16="http://schemas.microsoft.com/office/drawing/2014/main" id="{96DAE8AA-0F89-9422-4B3B-ABE153C23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436" y="3084218"/>
            <a:ext cx="10141868" cy="323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ct val="40000"/>
              </a:spcAft>
              <a:buFont typeface="Arial" panose="020B0604020202020204" pitchFamily="34" charset="0"/>
              <a:buNone/>
            </a:pPr>
            <a:r>
              <a:rPr lang="en-GB" altLang="en-US" sz="2800" dirty="0"/>
              <a:t>The original World Health Organisation definition of health is:</a:t>
            </a:r>
          </a:p>
          <a:p>
            <a:pPr lvl="1">
              <a:spcAft>
                <a:spcPct val="40000"/>
              </a:spcAft>
              <a:buFont typeface="Arial" panose="020B0604020202020204" pitchFamily="34" charset="0"/>
              <a:buNone/>
            </a:pPr>
            <a:r>
              <a:rPr lang="en-GB" altLang="en-US" sz="2400" b="1" dirty="0">
                <a:solidFill>
                  <a:srgbClr val="000000"/>
                </a:solidFill>
              </a:rPr>
              <a:t>	</a:t>
            </a:r>
            <a:r>
              <a:rPr lang="en-GB" altLang="en-US" sz="3600" b="1" dirty="0">
                <a:solidFill>
                  <a:srgbClr val="000000"/>
                </a:solidFill>
              </a:rPr>
              <a:t>“Health is a state of complete physical, mental and social </a:t>
            </a:r>
            <a:r>
              <a:rPr lang="en-GB" altLang="en-US" sz="3600" b="1" dirty="0">
                <a:solidFill>
                  <a:srgbClr val="000000"/>
                </a:solidFill>
                <a:highlight>
                  <a:srgbClr val="FFFF00"/>
                </a:highlight>
              </a:rPr>
              <a:t>well-being</a:t>
            </a:r>
            <a:r>
              <a:rPr lang="en-GB" altLang="en-US" sz="3600" b="1" dirty="0">
                <a:solidFill>
                  <a:srgbClr val="000000"/>
                </a:solidFill>
              </a:rPr>
              <a:t>, and not merely the absence of disease or infirmity”</a:t>
            </a:r>
          </a:p>
        </p:txBody>
      </p:sp>
      <p:sp>
        <p:nvSpPr>
          <p:cNvPr id="50185" name="Rectangle 9">
            <a:extLst>
              <a:ext uri="{FF2B5EF4-FFF2-40B4-BE49-F238E27FC236}">
                <a16:creationId xmlns:a16="http://schemas.microsoft.com/office/drawing/2014/main" id="{572CECB3-D999-7FEF-AF6B-CE0E70D68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559" y="1421606"/>
            <a:ext cx="98459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eaLnBrk="0" hangingPunct="0"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en-GB" altLang="en-US" b="1" dirty="0"/>
              <a:t>Health</a:t>
            </a:r>
            <a:r>
              <a:rPr lang="en-GB" altLang="en-US" dirty="0"/>
              <a:t> isn’t just the absence of illness</a:t>
            </a:r>
          </a:p>
        </p:txBody>
      </p:sp>
      <p:pic>
        <p:nvPicPr>
          <p:cNvPr id="50186" name="Picture 10">
            <a:hlinkClick r:id="rId6"/>
            <a:extLst>
              <a:ext uri="{FF2B5EF4-FFF2-40B4-BE49-F238E27FC236}">
                <a16:creationId xmlns:a16="http://schemas.microsoft.com/office/drawing/2014/main" id="{8A63AA42-9638-79EE-7ED3-6A0A20F9F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568" y="5583737"/>
            <a:ext cx="1932432" cy="127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4" grpId="0" build="p" bldLvl="3" autoUpdateAnimBg="0"/>
      <p:bldP spid="501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9C2A0-8D17-9DE0-8A62-ABED7045C70A}"/>
              </a:ext>
            </a:extLst>
          </p:cNvPr>
          <p:cNvSpPr txBox="1"/>
          <p:nvPr/>
        </p:nvSpPr>
        <p:spPr>
          <a:xfrm>
            <a:off x="0" y="64390"/>
            <a:ext cx="1211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UK distribution of Illness Services, Health Services and Prevention/Protection  and Wellbeing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7C140-59F5-8DF8-1AB0-894719DC733D}"/>
              </a:ext>
            </a:extLst>
          </p:cNvPr>
          <p:cNvSpPr txBox="1"/>
          <p:nvPr/>
        </p:nvSpPr>
        <p:spPr>
          <a:xfrm>
            <a:off x="109728" y="1728216"/>
            <a:ext cx="518464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National Governments: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Hospitals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Emergency Medical Aid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Doctors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Nurses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Health Visitors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Midwives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Psychiatry and Mental Health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Vaccinations</a:t>
            </a:r>
          </a:p>
          <a:p>
            <a:endParaRPr lang="en-GB" sz="2800" dirty="0"/>
          </a:p>
          <a:p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7599F-E361-CA22-D6F2-15628192DABD}"/>
              </a:ext>
            </a:extLst>
          </p:cNvPr>
          <p:cNvSpPr txBox="1"/>
          <p:nvPr/>
        </p:nvSpPr>
        <p:spPr>
          <a:xfrm>
            <a:off x="6507480" y="1728215"/>
            <a:ext cx="518464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Local Administrations: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Environmental Health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Infectious disease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Public Health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Social Workers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Refuse collection and disposal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Port Health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Building Safety Standards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Drinking water quality</a:t>
            </a:r>
          </a:p>
          <a:p>
            <a:endParaRPr lang="en-GB" sz="28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2249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3F4437-F624-AEBA-860C-2FF25AC5C44F}"/>
              </a:ext>
            </a:extLst>
          </p:cNvPr>
          <p:cNvSpPr txBox="1"/>
          <p:nvPr/>
        </p:nvSpPr>
        <p:spPr>
          <a:xfrm>
            <a:off x="-1" y="0"/>
            <a:ext cx="12191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/>
              <a:t>The Nature and The Scope of Environmental Health Services In The United Kingdom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48E6E-80CF-E5A7-D5AD-45458E0F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341097"/>
            <a:ext cx="12192000" cy="2213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EFB46-D7F4-D90F-DD98-DB69F7EA5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3" y="4714576"/>
            <a:ext cx="5830114" cy="214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73271-C67B-1C0E-03DD-0BD56105F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4667081"/>
            <a:ext cx="5188865" cy="21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8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C19C4-2BCB-A996-7C3E-A1C63749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A6F78A-ECE0-9572-EEF9-89BE5F1B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899" r="79225"/>
          <a:stretch>
            <a:fillRect/>
          </a:stretch>
        </p:blipFill>
        <p:spPr>
          <a:xfrm>
            <a:off x="6531171" y="0"/>
            <a:ext cx="5743125" cy="3970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8F49D0-586C-A956-ABD2-FD908BF1CD0C}"/>
              </a:ext>
            </a:extLst>
          </p:cNvPr>
          <p:cNvSpPr txBox="1"/>
          <p:nvPr/>
        </p:nvSpPr>
        <p:spPr>
          <a:xfrm>
            <a:off x="763524" y="1443841"/>
            <a:ext cx="51709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Managing noise</a:t>
            </a:r>
          </a:p>
          <a:p>
            <a:endParaRPr lang="en-GB" sz="3600" dirty="0"/>
          </a:p>
          <a:p>
            <a:r>
              <a:rPr lang="en-GB" sz="3600" dirty="0"/>
              <a:t>Air quality</a:t>
            </a:r>
          </a:p>
          <a:p>
            <a:endParaRPr lang="en-GB" sz="3600" dirty="0"/>
          </a:p>
          <a:p>
            <a:r>
              <a:rPr lang="en-GB" sz="3600" dirty="0"/>
              <a:t>Contaminated land</a:t>
            </a:r>
          </a:p>
          <a:p>
            <a:endParaRPr lang="en-GB" sz="3600" dirty="0"/>
          </a:p>
          <a:p>
            <a:r>
              <a:rPr lang="en-GB" sz="3600" dirty="0"/>
              <a:t>Statutory nuisances</a:t>
            </a:r>
          </a:p>
        </p:txBody>
      </p:sp>
    </p:spTree>
    <p:extLst>
      <p:ext uri="{BB962C8B-B14F-4D97-AF65-F5344CB8AC3E}">
        <p14:creationId xmlns:p14="http://schemas.microsoft.com/office/powerpoint/2010/main" val="256903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3DD1-E4E3-B4D9-BCDD-2A5E252F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8EFDA1-CADD-C766-3C13-CC0E3BBD221C}"/>
              </a:ext>
            </a:extLst>
          </p:cNvPr>
          <p:cNvSpPr txBox="1"/>
          <p:nvPr/>
        </p:nvSpPr>
        <p:spPr>
          <a:xfrm>
            <a:off x="763524" y="1443841"/>
            <a:ext cx="650595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Regulation of food hygiene </a:t>
            </a:r>
          </a:p>
          <a:p>
            <a:endParaRPr lang="en-GB" sz="3600" dirty="0"/>
          </a:p>
          <a:p>
            <a:r>
              <a:rPr lang="en-GB" sz="3600" dirty="0"/>
              <a:t>Food business inspections</a:t>
            </a:r>
          </a:p>
          <a:p>
            <a:endParaRPr lang="en-GB" sz="3600" dirty="0"/>
          </a:p>
          <a:p>
            <a:r>
              <a:rPr lang="en-GB" sz="3600" dirty="0"/>
              <a:t>Food borne disease outbreak investigation</a:t>
            </a:r>
          </a:p>
          <a:p>
            <a:endParaRPr lang="en-GB" sz="3600" dirty="0"/>
          </a:p>
          <a:p>
            <a:r>
              <a:rPr lang="en-GB" sz="3600" dirty="0"/>
              <a:t>Chemical and composition quality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B7532-455D-11DC-E14B-E4DD4293E5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91" t="21161" r="60234"/>
          <a:stretch>
            <a:fillRect/>
          </a:stretch>
        </p:blipFill>
        <p:spPr>
          <a:xfrm>
            <a:off x="7162198" y="-76201"/>
            <a:ext cx="5029802" cy="37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1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A9C8-56B0-656A-33F0-0D6DBEBD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CEC71-8459-8AAC-1E52-B836081512B3}"/>
              </a:ext>
            </a:extLst>
          </p:cNvPr>
          <p:cNvSpPr txBox="1"/>
          <p:nvPr/>
        </p:nvSpPr>
        <p:spPr>
          <a:xfrm>
            <a:off x="763524" y="1443841"/>
            <a:ext cx="65059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Regulating the safety of workers in businesses </a:t>
            </a:r>
          </a:p>
          <a:p>
            <a:endParaRPr lang="en-GB" sz="3600" dirty="0"/>
          </a:p>
          <a:p>
            <a:r>
              <a:rPr lang="en-GB" sz="3600" dirty="0"/>
              <a:t>Preventing accidents and work related disease</a:t>
            </a:r>
          </a:p>
          <a:p>
            <a:endParaRPr lang="en-GB" sz="3600" dirty="0"/>
          </a:p>
          <a:p>
            <a:r>
              <a:rPr lang="en-GB" sz="3600" dirty="0"/>
              <a:t>Maintaining high standards of safety for visitors to businesses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25B0A-C53B-3D0B-40A8-0C92FC05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78" t="19439" r="40375"/>
          <a:stretch>
            <a:fillRect/>
          </a:stretch>
        </p:blipFill>
        <p:spPr>
          <a:xfrm>
            <a:off x="7515225" y="-69012"/>
            <a:ext cx="4676775" cy="34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3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D3010-7476-5A69-B20C-718A56C5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70B7AE-8087-1564-2702-93FF6D6605C2}"/>
              </a:ext>
            </a:extLst>
          </p:cNvPr>
          <p:cNvSpPr txBox="1"/>
          <p:nvPr/>
        </p:nvSpPr>
        <p:spPr>
          <a:xfrm>
            <a:off x="677799" y="738991"/>
            <a:ext cx="65059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Ensuring minimum levels of safety, warmth and repair in homes</a:t>
            </a:r>
          </a:p>
          <a:p>
            <a:endParaRPr lang="en-GB" sz="3600" dirty="0"/>
          </a:p>
          <a:p>
            <a:r>
              <a:rPr lang="en-GB" sz="3600" dirty="0"/>
              <a:t>Preventing fuel poverty</a:t>
            </a:r>
          </a:p>
          <a:p>
            <a:endParaRPr lang="en-GB" sz="3600" dirty="0"/>
          </a:p>
          <a:p>
            <a:r>
              <a:rPr lang="en-GB" sz="3600" dirty="0"/>
              <a:t>Preventing homelessness</a:t>
            </a:r>
          </a:p>
          <a:p>
            <a:endParaRPr lang="en-GB" sz="3600" dirty="0"/>
          </a:p>
          <a:p>
            <a:r>
              <a:rPr lang="en-GB" sz="3600" dirty="0"/>
              <a:t>Stopping neighbours creating a noise nuisance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34A263-B755-8757-1E98-E359F290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625" t="17717" r="19766"/>
          <a:stretch>
            <a:fillRect/>
          </a:stretch>
        </p:blipFill>
        <p:spPr>
          <a:xfrm>
            <a:off x="7630873" y="0"/>
            <a:ext cx="4561128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C9E3-C8D7-1C1D-351C-012D5723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14F7E9-C52F-4676-E1EF-1DC959361747}"/>
              </a:ext>
            </a:extLst>
          </p:cNvPr>
          <p:cNvSpPr txBox="1"/>
          <p:nvPr/>
        </p:nvSpPr>
        <p:spPr>
          <a:xfrm>
            <a:off x="477773" y="1330105"/>
            <a:ext cx="73232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Controlling outbreaks of disease</a:t>
            </a:r>
          </a:p>
          <a:p>
            <a:endParaRPr lang="en-GB" sz="3600" dirty="0"/>
          </a:p>
          <a:p>
            <a:r>
              <a:rPr lang="en-GB" sz="3600" dirty="0"/>
              <a:t>Protecting drinking water sources from pollution</a:t>
            </a:r>
          </a:p>
          <a:p>
            <a:endParaRPr lang="en-GB" sz="3600" dirty="0"/>
          </a:p>
          <a:p>
            <a:r>
              <a:rPr lang="en-GB" sz="3600" dirty="0"/>
              <a:t>Disaster management</a:t>
            </a:r>
          </a:p>
          <a:p>
            <a:endParaRPr lang="en-GB" sz="3600" dirty="0"/>
          </a:p>
          <a:p>
            <a:endParaRPr lang="en-GB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53814-42C7-4C31-42AE-17CEAB76B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688" t="19008"/>
          <a:stretch>
            <a:fillRect/>
          </a:stretch>
        </p:blipFill>
        <p:spPr>
          <a:xfrm>
            <a:off x="8125044" y="-1"/>
            <a:ext cx="4066956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38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833A-C30D-97CC-FFFA-FD043338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6620BD-3CF7-EE88-EE21-DA46DAA3102E}"/>
              </a:ext>
            </a:extLst>
          </p:cNvPr>
          <p:cNvSpPr txBox="1"/>
          <p:nvPr/>
        </p:nvSpPr>
        <p:spPr>
          <a:xfrm>
            <a:off x="92964" y="6288327"/>
            <a:ext cx="12006072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hlinkClick r:id="rId2"/>
              </a:rPr>
              <a:t>https://www.cieh.org/what-is-environmental-health/the-future-of-eh/</a:t>
            </a:r>
            <a:r>
              <a:rPr lang="en-GB" sz="2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F5247-CAA1-F52A-E090-696478F4C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0"/>
          <a:stretch>
            <a:fillRect/>
          </a:stretch>
        </p:blipFill>
        <p:spPr>
          <a:xfrm>
            <a:off x="877823" y="679426"/>
            <a:ext cx="10028785" cy="5608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870269-16CB-5B6E-F1DE-6D6D5A3134A0}"/>
              </a:ext>
            </a:extLst>
          </p:cNvPr>
          <p:cNvSpPr txBox="1"/>
          <p:nvPr/>
        </p:nvSpPr>
        <p:spPr>
          <a:xfrm>
            <a:off x="92964" y="0"/>
            <a:ext cx="10321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The way forward for environmental health in the UK?</a:t>
            </a:r>
          </a:p>
        </p:txBody>
      </p:sp>
    </p:spTree>
    <p:extLst>
      <p:ext uri="{BB962C8B-B14F-4D97-AF65-F5344CB8AC3E}">
        <p14:creationId xmlns:p14="http://schemas.microsoft.com/office/powerpoint/2010/main" val="1524387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C1E6-0284-73BC-A726-41A492F9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" y="99949"/>
            <a:ext cx="11844528" cy="1325563"/>
          </a:xfrm>
        </p:spPr>
        <p:txBody>
          <a:bodyPr/>
          <a:lstStyle/>
          <a:p>
            <a:r>
              <a:rPr lang="en-GB" b="1" dirty="0"/>
              <a:t>What the United Kingdom has learned from the Rest of The World – </a:t>
            </a:r>
            <a:r>
              <a:rPr lang="en-GB" b="1" dirty="0">
                <a:solidFill>
                  <a:srgbClr val="7030A0"/>
                </a:solidFill>
              </a:rPr>
              <a:t>Pandemic readiness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277A-3622-FAE9-FAC5-84467C0E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1825624"/>
            <a:ext cx="11917680" cy="483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Pandemic Response and Covid 19</a:t>
            </a:r>
          </a:p>
          <a:p>
            <a:r>
              <a:rPr lang="en-GB" dirty="0"/>
              <a:t>227,000 people in the UK died from Covid (70 million population)</a:t>
            </a:r>
          </a:p>
          <a:p>
            <a:r>
              <a:rPr lang="en-GB" dirty="0"/>
              <a:t>We should have been able to keep the numbers much lower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What we learned</a:t>
            </a:r>
          </a:p>
          <a:p>
            <a:r>
              <a:rPr lang="en-GB" dirty="0"/>
              <a:t>Ebola gave powerful lessons that we should have learned</a:t>
            </a:r>
          </a:p>
          <a:p>
            <a:r>
              <a:rPr lang="en-GB" dirty="0"/>
              <a:t>Senegal’s response was outstanding</a:t>
            </a:r>
          </a:p>
          <a:p>
            <a:r>
              <a:rPr lang="en-GB" dirty="0"/>
              <a:t>South Korea’s response was outstanding</a:t>
            </a:r>
          </a:p>
          <a:p>
            <a:r>
              <a:rPr lang="en-GB" dirty="0"/>
              <a:t>UK believed it knew better – we need humility and respect </a:t>
            </a:r>
          </a:p>
        </p:txBody>
      </p:sp>
    </p:spTree>
    <p:extLst>
      <p:ext uri="{BB962C8B-B14F-4D97-AF65-F5344CB8AC3E}">
        <p14:creationId xmlns:p14="http://schemas.microsoft.com/office/powerpoint/2010/main" val="365641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E41B-129C-2923-70B6-6DE2C926F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FF8E-9A30-2E91-6CF2-3A1DEBEF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" y="99949"/>
            <a:ext cx="11844528" cy="1325563"/>
          </a:xfrm>
        </p:spPr>
        <p:txBody>
          <a:bodyPr/>
          <a:lstStyle/>
          <a:p>
            <a:r>
              <a:rPr lang="en-GB" b="1" dirty="0"/>
              <a:t>What the United Kingdom has learned from the Rest of The World - </a:t>
            </a:r>
            <a:r>
              <a:rPr lang="en-GB" b="1" dirty="0">
                <a:solidFill>
                  <a:srgbClr val="7030A0"/>
                </a:solidFill>
              </a:rPr>
              <a:t>Immunisation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2312-3254-E5DF-0590-4A7800359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1825624"/>
            <a:ext cx="11917680" cy="483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Immunisation</a:t>
            </a:r>
          </a:p>
          <a:p>
            <a:r>
              <a:rPr lang="en-GB" dirty="0"/>
              <a:t>The worldwide programme to eradicate Smallpox was phenomenal</a:t>
            </a:r>
          </a:p>
          <a:p>
            <a:r>
              <a:rPr lang="en-GB" dirty="0"/>
              <a:t>Probably the most spectacular project of any type ever!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What we learned</a:t>
            </a:r>
          </a:p>
          <a:p>
            <a:r>
              <a:rPr lang="en-GB" dirty="0"/>
              <a:t>Diversity of knowledge and expertise is a force multiplier</a:t>
            </a:r>
          </a:p>
          <a:p>
            <a:r>
              <a:rPr lang="en-GB" dirty="0"/>
              <a:t>Humility and learning are crucial</a:t>
            </a:r>
          </a:p>
          <a:p>
            <a:r>
              <a:rPr lang="en-GB" dirty="0"/>
              <a:t>Achieving the impossible </a:t>
            </a:r>
            <a:r>
              <a:rPr lang="en-GB" b="1" dirty="0"/>
              <a:t>can</a:t>
            </a:r>
            <a:r>
              <a:rPr lang="en-GB" dirty="0"/>
              <a:t> be done</a:t>
            </a:r>
          </a:p>
        </p:txBody>
      </p:sp>
    </p:spTree>
    <p:extLst>
      <p:ext uri="{BB962C8B-B14F-4D97-AF65-F5344CB8AC3E}">
        <p14:creationId xmlns:p14="http://schemas.microsoft.com/office/powerpoint/2010/main" val="51633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FA06-79FC-98A0-7935-4EB154AE0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0A07-B196-82F2-0431-EF5E1D9A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501"/>
            <a:ext cx="11844528" cy="1325563"/>
          </a:xfrm>
        </p:spPr>
        <p:txBody>
          <a:bodyPr/>
          <a:lstStyle/>
          <a:p>
            <a:r>
              <a:rPr lang="en-GB" b="1" dirty="0"/>
              <a:t>What the United Kingdom has learned from the Rest of The World – </a:t>
            </a:r>
            <a:r>
              <a:rPr lang="en-GB" b="1" dirty="0">
                <a:solidFill>
                  <a:srgbClr val="7030A0"/>
                </a:solidFill>
              </a:rPr>
              <a:t>Lifestyle Diseases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66D2C-4E25-F22D-B122-987A1CA4C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78" y="1395274"/>
            <a:ext cx="8269354" cy="539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1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0D46-D275-8843-3F8B-C45422E9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0"/>
            <a:ext cx="10515600" cy="1325563"/>
          </a:xfrm>
        </p:spPr>
        <p:txBody>
          <a:bodyPr/>
          <a:lstStyle/>
          <a:p>
            <a:r>
              <a:rPr lang="en-GB" dirty="0"/>
              <a:t>Thank you for inviting me and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898A4-4776-C58F-42B0-C1150AB20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1825625"/>
            <a:ext cx="11658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dirty="0"/>
              <a:t>Please do feel free to contact me afterwards with any questions you might have: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dirty="0">
                <a:hlinkClick r:id="rId2"/>
              </a:rPr>
              <a:t>peter@peterwright.services</a:t>
            </a:r>
            <a:endParaRPr lang="en-GB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dirty="0"/>
              <a:t>www.linkedin.com/in/peter-wright-bb510630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48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01d9ee1-0eb0-4754-99ae-03ae8a732b50}" enabled="0" method="" siteId="{c01d9ee1-0eb0-4754-99ae-03ae8a732b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640</Words>
  <Application>Microsoft Office PowerPoint</Application>
  <PresentationFormat>Widescreen</PresentationFormat>
  <Paragraphs>108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The Nature and The Scope of Environmental Health Services In The United Kingdom and What the United Kingdom has learned from the Rest of The World</vt:lpstr>
      <vt:lpstr>Please raise your hand if I’m talking too fast or you can’t understand me</vt:lpstr>
      <vt:lpstr>The United Kingdom</vt:lpstr>
      <vt:lpstr>The United Kingdom</vt:lpstr>
      <vt:lpstr>The United Kingdom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the United Kingdom has learned from the Rest of The World – Pandemic readiness</vt:lpstr>
      <vt:lpstr>What the United Kingdom has learned from the Rest of The World - Immunisation</vt:lpstr>
      <vt:lpstr>What the United Kingdom has learned from the Rest of The World – Lifestyle Diseases</vt:lpstr>
      <vt:lpstr>Thank you for inviting me and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Wright</dc:creator>
  <cp:lastModifiedBy>Peter Wright</cp:lastModifiedBy>
  <cp:revision>1</cp:revision>
  <dcterms:created xsi:type="dcterms:W3CDTF">2026-04-17T08:39:52Z</dcterms:created>
  <dcterms:modified xsi:type="dcterms:W3CDTF">2026-04-21T16:54:51Z</dcterms:modified>
</cp:coreProperties>
</file>