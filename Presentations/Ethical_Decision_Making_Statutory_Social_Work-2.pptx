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88825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svg"/><Relationship Id="rId1" Type="http://schemas.openxmlformats.org/officeDocument/2006/relationships/image" Target="../media/image10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svg"/><Relationship Id="rId1" Type="http://schemas.openxmlformats.org/officeDocument/2006/relationships/image" Target="../media/image10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CB8CB-C561-4922-9FE7-01575FFD8BA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4BA6F35-DF45-40CB-AFD6-B4BDF321535C}">
      <dgm:prSet/>
      <dgm:spPr/>
      <dgm:t>
        <a:bodyPr/>
        <a:lstStyle/>
        <a:p>
          <a:r>
            <a:rPr lang="en-US"/>
            <a:t>Presenter: </a:t>
          </a:r>
          <a:r>
            <a:rPr lang="en-US" dirty="0"/>
            <a:t>[PHUMZILE KUBAYI ], Statutory Social Worker – Department of Social Development</a:t>
          </a:r>
        </a:p>
      </dgm:t>
    </dgm:pt>
    <dgm:pt modelId="{B7662D56-2C5B-434F-A3B7-A7075CC14AED}" type="parTrans" cxnId="{2D3623DF-1DF5-422E-A148-AC336D8B3866}">
      <dgm:prSet/>
      <dgm:spPr/>
      <dgm:t>
        <a:bodyPr/>
        <a:lstStyle/>
        <a:p>
          <a:endParaRPr lang="en-US"/>
        </a:p>
      </dgm:t>
    </dgm:pt>
    <dgm:pt modelId="{A5BC09D1-6ED1-45E1-851D-BDFB4CFA89E5}" type="sibTrans" cxnId="{2D3623DF-1DF5-422E-A148-AC336D8B3866}">
      <dgm:prSet/>
      <dgm:spPr/>
      <dgm:t>
        <a:bodyPr/>
        <a:lstStyle/>
        <a:p>
          <a:endParaRPr lang="en-US"/>
        </a:p>
      </dgm:t>
    </dgm:pt>
    <dgm:pt modelId="{C1878497-8501-424F-8D31-567E8E9B746A}" type="pres">
      <dgm:prSet presAssocID="{1B6CB8CB-C561-4922-9FE7-01575FFD8BAD}" presName="linear" presStyleCnt="0">
        <dgm:presLayoutVars>
          <dgm:animLvl val="lvl"/>
          <dgm:resizeHandles val="exact"/>
        </dgm:presLayoutVars>
      </dgm:prSet>
      <dgm:spPr/>
    </dgm:pt>
    <dgm:pt modelId="{2C2BA6C8-590C-43D7-ABD0-8F63C0CF077D}" type="pres">
      <dgm:prSet presAssocID="{A4BA6F35-DF45-40CB-AFD6-B4BDF321535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26FF010-861C-4848-886E-2F62F4F114F0}" type="presOf" srcId="{1B6CB8CB-C561-4922-9FE7-01575FFD8BAD}" destId="{C1878497-8501-424F-8D31-567E8E9B746A}" srcOrd="0" destOrd="0" presId="urn:microsoft.com/office/officeart/2005/8/layout/vList2"/>
    <dgm:cxn modelId="{F835C559-9D1C-48DC-AE13-97139E3AA49E}" type="presOf" srcId="{A4BA6F35-DF45-40CB-AFD6-B4BDF321535C}" destId="{2C2BA6C8-590C-43D7-ABD0-8F63C0CF077D}" srcOrd="0" destOrd="0" presId="urn:microsoft.com/office/officeart/2005/8/layout/vList2"/>
    <dgm:cxn modelId="{2D3623DF-1DF5-422E-A148-AC336D8B3866}" srcId="{1B6CB8CB-C561-4922-9FE7-01575FFD8BAD}" destId="{A4BA6F35-DF45-40CB-AFD6-B4BDF321535C}" srcOrd="0" destOrd="0" parTransId="{B7662D56-2C5B-434F-A3B7-A7075CC14AED}" sibTransId="{A5BC09D1-6ED1-45E1-851D-BDFB4CFA89E5}"/>
    <dgm:cxn modelId="{DC87B92E-D3F7-4245-8595-CEF50285A5DB}" type="presParOf" srcId="{C1878497-8501-424F-8D31-567E8E9B746A}" destId="{2C2BA6C8-590C-43D7-ABD0-8F63C0CF077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9D25D4-CA6C-4556-B1A9-0402E723CD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4671F1-F380-4716-9EAD-627110D8CBDF}">
      <dgm:prSet/>
      <dgm:spPr/>
      <dgm:t>
        <a:bodyPr/>
        <a:lstStyle/>
        <a:p>
          <a:r>
            <a:rPr lang="en-US"/>
            <a:t>Importance of ethics in statutory social work</a:t>
          </a:r>
        </a:p>
      </dgm:t>
    </dgm:pt>
    <dgm:pt modelId="{B8FEE757-2390-45A6-B223-F879D0FD39C0}" type="parTrans" cxnId="{A9F625A9-CFA7-4B39-8E1B-B97D2B461114}">
      <dgm:prSet/>
      <dgm:spPr/>
      <dgm:t>
        <a:bodyPr/>
        <a:lstStyle/>
        <a:p>
          <a:endParaRPr lang="en-US"/>
        </a:p>
      </dgm:t>
    </dgm:pt>
    <dgm:pt modelId="{871D7F04-A83C-4C71-9798-7855BAF7B64F}" type="sibTrans" cxnId="{A9F625A9-CFA7-4B39-8E1B-B97D2B461114}">
      <dgm:prSet/>
      <dgm:spPr/>
      <dgm:t>
        <a:bodyPr/>
        <a:lstStyle/>
        <a:p>
          <a:endParaRPr lang="en-US"/>
        </a:p>
      </dgm:t>
    </dgm:pt>
    <dgm:pt modelId="{3DA8E27C-0686-4565-AA20-D66CAC4334E5}">
      <dgm:prSet/>
      <dgm:spPr/>
      <dgm:t>
        <a:bodyPr/>
        <a:lstStyle/>
        <a:p>
          <a:r>
            <a:rPr lang="en-US" dirty="0"/>
            <a:t>Role in bridging prevention and cure</a:t>
          </a:r>
        </a:p>
      </dgm:t>
    </dgm:pt>
    <dgm:pt modelId="{BC454E4C-425F-4E8D-B813-F546EDEE545A}" type="parTrans" cxnId="{9DE8C1DB-FC31-4F0B-B1E6-EBD1A0437C18}">
      <dgm:prSet/>
      <dgm:spPr/>
      <dgm:t>
        <a:bodyPr/>
        <a:lstStyle/>
        <a:p>
          <a:endParaRPr lang="en-US"/>
        </a:p>
      </dgm:t>
    </dgm:pt>
    <dgm:pt modelId="{E82306B6-BB37-49E6-99EF-899A5EDBDA4F}" type="sibTrans" cxnId="{9DE8C1DB-FC31-4F0B-B1E6-EBD1A0437C18}">
      <dgm:prSet/>
      <dgm:spPr/>
      <dgm:t>
        <a:bodyPr/>
        <a:lstStyle/>
        <a:p>
          <a:endParaRPr lang="en-US"/>
        </a:p>
      </dgm:t>
    </dgm:pt>
    <dgm:pt modelId="{C8D97CAD-D12B-4587-A411-8DF889F9C81F}" type="pres">
      <dgm:prSet presAssocID="{039D25D4-CA6C-4556-B1A9-0402E723CD84}" presName="root" presStyleCnt="0">
        <dgm:presLayoutVars>
          <dgm:dir/>
          <dgm:resizeHandles val="exact"/>
        </dgm:presLayoutVars>
      </dgm:prSet>
      <dgm:spPr/>
    </dgm:pt>
    <dgm:pt modelId="{FA070403-7521-4DD2-BDA1-F97EADBC4A0F}" type="pres">
      <dgm:prSet presAssocID="{DC4671F1-F380-4716-9EAD-627110D8CBDF}" presName="compNode" presStyleCnt="0"/>
      <dgm:spPr/>
    </dgm:pt>
    <dgm:pt modelId="{B85F7C46-2FF5-440A-A352-063666B09913}" type="pres">
      <dgm:prSet presAssocID="{DC4671F1-F380-4716-9EAD-627110D8CBDF}" presName="bgRect" presStyleLbl="bgShp" presStyleIdx="0" presStyleCnt="2"/>
      <dgm:spPr/>
    </dgm:pt>
    <dgm:pt modelId="{83BFA015-17F0-46C0-A940-9D3FA197F0DA}" type="pres">
      <dgm:prSet presAssocID="{DC4671F1-F380-4716-9EAD-627110D8CBD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D5D2220-07E5-41AA-8D49-D74198EE8A1D}" type="pres">
      <dgm:prSet presAssocID="{DC4671F1-F380-4716-9EAD-627110D8CBDF}" presName="spaceRect" presStyleCnt="0"/>
      <dgm:spPr/>
    </dgm:pt>
    <dgm:pt modelId="{D73B5C95-6566-4EB8-9FB7-A7CF585CF5BB}" type="pres">
      <dgm:prSet presAssocID="{DC4671F1-F380-4716-9EAD-627110D8CBDF}" presName="parTx" presStyleLbl="revTx" presStyleIdx="0" presStyleCnt="2">
        <dgm:presLayoutVars>
          <dgm:chMax val="0"/>
          <dgm:chPref val="0"/>
        </dgm:presLayoutVars>
      </dgm:prSet>
      <dgm:spPr/>
    </dgm:pt>
    <dgm:pt modelId="{EF0702B7-1780-4E64-A2F2-0E0D53AF2244}" type="pres">
      <dgm:prSet presAssocID="{871D7F04-A83C-4C71-9798-7855BAF7B64F}" presName="sibTrans" presStyleCnt="0"/>
      <dgm:spPr/>
    </dgm:pt>
    <dgm:pt modelId="{79F9E2E0-31FC-4E84-A8A4-F694BB5F43D9}" type="pres">
      <dgm:prSet presAssocID="{3DA8E27C-0686-4565-AA20-D66CAC4334E5}" presName="compNode" presStyleCnt="0"/>
      <dgm:spPr/>
    </dgm:pt>
    <dgm:pt modelId="{6328DACC-CFF4-41DB-868B-A0F42A9520DF}" type="pres">
      <dgm:prSet presAssocID="{3DA8E27C-0686-4565-AA20-D66CAC4334E5}" presName="bgRect" presStyleLbl="bgShp" presStyleIdx="1" presStyleCnt="2"/>
      <dgm:spPr/>
    </dgm:pt>
    <dgm:pt modelId="{3C2C1DD5-ADC4-4D08-AD71-47E2B64BAEE4}" type="pres">
      <dgm:prSet presAssocID="{3DA8E27C-0686-4565-AA20-D66CAC4334E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908A4854-40E2-4C16-A77D-6D67E2BEFCB3}" type="pres">
      <dgm:prSet presAssocID="{3DA8E27C-0686-4565-AA20-D66CAC4334E5}" presName="spaceRect" presStyleCnt="0"/>
      <dgm:spPr/>
    </dgm:pt>
    <dgm:pt modelId="{7D3D0437-F063-4926-BCF6-C1C6113D1B61}" type="pres">
      <dgm:prSet presAssocID="{3DA8E27C-0686-4565-AA20-D66CAC4334E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8F00C66-4655-487D-AAB0-DF0D3DDC0C58}" type="presOf" srcId="{3DA8E27C-0686-4565-AA20-D66CAC4334E5}" destId="{7D3D0437-F063-4926-BCF6-C1C6113D1B61}" srcOrd="0" destOrd="0" presId="urn:microsoft.com/office/officeart/2018/2/layout/IconVerticalSolidList"/>
    <dgm:cxn modelId="{5BE2CDA6-1563-458A-8E59-271088F45247}" type="presOf" srcId="{DC4671F1-F380-4716-9EAD-627110D8CBDF}" destId="{D73B5C95-6566-4EB8-9FB7-A7CF585CF5BB}" srcOrd="0" destOrd="0" presId="urn:microsoft.com/office/officeart/2018/2/layout/IconVerticalSolidList"/>
    <dgm:cxn modelId="{A9F625A9-CFA7-4B39-8E1B-B97D2B461114}" srcId="{039D25D4-CA6C-4556-B1A9-0402E723CD84}" destId="{DC4671F1-F380-4716-9EAD-627110D8CBDF}" srcOrd="0" destOrd="0" parTransId="{B8FEE757-2390-45A6-B223-F879D0FD39C0}" sibTransId="{871D7F04-A83C-4C71-9798-7855BAF7B64F}"/>
    <dgm:cxn modelId="{7C7B1DD1-7AA6-4C1F-8CC1-D2B0C6A3CE2C}" type="presOf" srcId="{039D25D4-CA6C-4556-B1A9-0402E723CD84}" destId="{C8D97CAD-D12B-4587-A411-8DF889F9C81F}" srcOrd="0" destOrd="0" presId="urn:microsoft.com/office/officeart/2018/2/layout/IconVerticalSolidList"/>
    <dgm:cxn modelId="{9DE8C1DB-FC31-4F0B-B1E6-EBD1A0437C18}" srcId="{039D25D4-CA6C-4556-B1A9-0402E723CD84}" destId="{3DA8E27C-0686-4565-AA20-D66CAC4334E5}" srcOrd="1" destOrd="0" parTransId="{BC454E4C-425F-4E8D-B813-F546EDEE545A}" sibTransId="{E82306B6-BB37-49E6-99EF-899A5EDBDA4F}"/>
    <dgm:cxn modelId="{839E88D3-93C1-4F43-9DC9-4BFE0D7DA52A}" type="presParOf" srcId="{C8D97CAD-D12B-4587-A411-8DF889F9C81F}" destId="{FA070403-7521-4DD2-BDA1-F97EADBC4A0F}" srcOrd="0" destOrd="0" presId="urn:microsoft.com/office/officeart/2018/2/layout/IconVerticalSolidList"/>
    <dgm:cxn modelId="{FB3BFDA7-55C3-466E-B325-9EE03D6C4079}" type="presParOf" srcId="{FA070403-7521-4DD2-BDA1-F97EADBC4A0F}" destId="{B85F7C46-2FF5-440A-A352-063666B09913}" srcOrd="0" destOrd="0" presId="urn:microsoft.com/office/officeart/2018/2/layout/IconVerticalSolidList"/>
    <dgm:cxn modelId="{F59515E8-2067-4C6C-8BC4-918163640564}" type="presParOf" srcId="{FA070403-7521-4DD2-BDA1-F97EADBC4A0F}" destId="{83BFA015-17F0-46C0-A940-9D3FA197F0DA}" srcOrd="1" destOrd="0" presId="urn:microsoft.com/office/officeart/2018/2/layout/IconVerticalSolidList"/>
    <dgm:cxn modelId="{7616B567-9C00-4439-A28D-637B4AB23665}" type="presParOf" srcId="{FA070403-7521-4DD2-BDA1-F97EADBC4A0F}" destId="{6D5D2220-07E5-41AA-8D49-D74198EE8A1D}" srcOrd="2" destOrd="0" presId="urn:microsoft.com/office/officeart/2018/2/layout/IconVerticalSolidList"/>
    <dgm:cxn modelId="{CE3531D5-9C03-4793-821A-88DB5E10870C}" type="presParOf" srcId="{FA070403-7521-4DD2-BDA1-F97EADBC4A0F}" destId="{D73B5C95-6566-4EB8-9FB7-A7CF585CF5BB}" srcOrd="3" destOrd="0" presId="urn:microsoft.com/office/officeart/2018/2/layout/IconVerticalSolidList"/>
    <dgm:cxn modelId="{99919A00-B191-4558-B1C8-ABAE015328BF}" type="presParOf" srcId="{C8D97CAD-D12B-4587-A411-8DF889F9C81F}" destId="{EF0702B7-1780-4E64-A2F2-0E0D53AF2244}" srcOrd="1" destOrd="0" presId="urn:microsoft.com/office/officeart/2018/2/layout/IconVerticalSolidList"/>
    <dgm:cxn modelId="{55F48533-988C-4414-A211-5C9F957FE6D1}" type="presParOf" srcId="{C8D97CAD-D12B-4587-A411-8DF889F9C81F}" destId="{79F9E2E0-31FC-4E84-A8A4-F694BB5F43D9}" srcOrd="2" destOrd="0" presId="urn:microsoft.com/office/officeart/2018/2/layout/IconVerticalSolidList"/>
    <dgm:cxn modelId="{6A1E3342-2731-4786-9743-451799D47C25}" type="presParOf" srcId="{79F9E2E0-31FC-4E84-A8A4-F694BB5F43D9}" destId="{6328DACC-CFF4-41DB-868B-A0F42A9520DF}" srcOrd="0" destOrd="0" presId="urn:microsoft.com/office/officeart/2018/2/layout/IconVerticalSolidList"/>
    <dgm:cxn modelId="{37F46E39-A6FA-415B-935D-816AA6BA7DE6}" type="presParOf" srcId="{79F9E2E0-31FC-4E84-A8A4-F694BB5F43D9}" destId="{3C2C1DD5-ADC4-4D08-AD71-47E2B64BAEE4}" srcOrd="1" destOrd="0" presId="urn:microsoft.com/office/officeart/2018/2/layout/IconVerticalSolidList"/>
    <dgm:cxn modelId="{E7E5B815-9CC8-4FCD-9896-35F1666E5970}" type="presParOf" srcId="{79F9E2E0-31FC-4E84-A8A4-F694BB5F43D9}" destId="{908A4854-40E2-4C16-A77D-6D67E2BEFCB3}" srcOrd="2" destOrd="0" presId="urn:microsoft.com/office/officeart/2018/2/layout/IconVerticalSolidList"/>
    <dgm:cxn modelId="{5E011A1A-5ED1-42C2-9B11-0824EC01035F}" type="presParOf" srcId="{79F9E2E0-31FC-4E84-A8A4-F694BB5F43D9}" destId="{7D3D0437-F063-4926-BCF6-C1C6113D1B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CB5813-A0E4-4F0B-9EEF-2BA595427CB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43AD73-7258-4BD2-A21A-7CD998B5DC61}">
      <dgm:prSet/>
      <dgm:spPr/>
      <dgm:t>
        <a:bodyPr/>
        <a:lstStyle/>
        <a:p>
          <a:r>
            <a:rPr lang="en-US"/>
            <a:t>Legal mandates: Children’s Act, Older Persons Act, Domestic Violence Act</a:t>
          </a:r>
        </a:p>
      </dgm:t>
    </dgm:pt>
    <dgm:pt modelId="{D9BE0F0B-2085-4D26-A2D4-1447D97732E4}" type="parTrans" cxnId="{4A28E137-F413-4479-B16D-DBD74F29E5C7}">
      <dgm:prSet/>
      <dgm:spPr/>
      <dgm:t>
        <a:bodyPr/>
        <a:lstStyle/>
        <a:p>
          <a:endParaRPr lang="en-US"/>
        </a:p>
      </dgm:t>
    </dgm:pt>
    <dgm:pt modelId="{B73B0DF1-C992-4C06-A665-D11F80D1CCF6}" type="sibTrans" cxnId="{4A28E137-F413-4479-B16D-DBD74F29E5C7}">
      <dgm:prSet/>
      <dgm:spPr/>
      <dgm:t>
        <a:bodyPr/>
        <a:lstStyle/>
        <a:p>
          <a:endParaRPr lang="en-US"/>
        </a:p>
      </dgm:t>
    </dgm:pt>
    <dgm:pt modelId="{8F06B3ED-0767-4231-A06E-558EF8270DE5}">
      <dgm:prSet/>
      <dgm:spPr/>
      <dgm:t>
        <a:bodyPr/>
        <a:lstStyle/>
        <a:p>
          <a:r>
            <a:rPr lang="en-US" dirty="0"/>
            <a:t>Statutory responsibilities in prevention and cure</a:t>
          </a:r>
        </a:p>
      </dgm:t>
    </dgm:pt>
    <dgm:pt modelId="{D1E4872C-1CB6-4D9E-BAAA-9160C367E1D1}" type="parTrans" cxnId="{450DDA23-0637-4750-9D83-59E046FDF865}">
      <dgm:prSet/>
      <dgm:spPr/>
      <dgm:t>
        <a:bodyPr/>
        <a:lstStyle/>
        <a:p>
          <a:endParaRPr lang="en-US"/>
        </a:p>
      </dgm:t>
    </dgm:pt>
    <dgm:pt modelId="{C1540930-3352-4FE1-BE40-3766304EE2F2}" type="sibTrans" cxnId="{450DDA23-0637-4750-9D83-59E046FDF865}">
      <dgm:prSet/>
      <dgm:spPr/>
      <dgm:t>
        <a:bodyPr/>
        <a:lstStyle/>
        <a:p>
          <a:endParaRPr lang="en-US"/>
        </a:p>
      </dgm:t>
    </dgm:pt>
    <dgm:pt modelId="{DB968C88-7CF4-427E-A4B4-F424E7C72822}" type="pres">
      <dgm:prSet presAssocID="{99CB5813-A0E4-4F0B-9EEF-2BA595427CBF}" presName="linear" presStyleCnt="0">
        <dgm:presLayoutVars>
          <dgm:animLvl val="lvl"/>
          <dgm:resizeHandles val="exact"/>
        </dgm:presLayoutVars>
      </dgm:prSet>
      <dgm:spPr/>
    </dgm:pt>
    <dgm:pt modelId="{58AF765C-0628-46D8-B0C8-04F11FBEA626}" type="pres">
      <dgm:prSet presAssocID="{A643AD73-7258-4BD2-A21A-7CD998B5DC6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838B487-C945-49C2-8273-C1C4FD203139}" type="pres">
      <dgm:prSet presAssocID="{B73B0DF1-C992-4C06-A665-D11F80D1CCF6}" presName="spacer" presStyleCnt="0"/>
      <dgm:spPr/>
    </dgm:pt>
    <dgm:pt modelId="{982A1CE8-DBB4-4DFA-BCD0-852CC630C7FC}" type="pres">
      <dgm:prSet presAssocID="{8F06B3ED-0767-4231-A06E-558EF8270DE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50DDA23-0637-4750-9D83-59E046FDF865}" srcId="{99CB5813-A0E4-4F0B-9EEF-2BA595427CBF}" destId="{8F06B3ED-0767-4231-A06E-558EF8270DE5}" srcOrd="1" destOrd="0" parTransId="{D1E4872C-1CB6-4D9E-BAAA-9160C367E1D1}" sibTransId="{C1540930-3352-4FE1-BE40-3766304EE2F2}"/>
    <dgm:cxn modelId="{4A28E137-F413-4479-B16D-DBD74F29E5C7}" srcId="{99CB5813-A0E4-4F0B-9EEF-2BA595427CBF}" destId="{A643AD73-7258-4BD2-A21A-7CD998B5DC61}" srcOrd="0" destOrd="0" parTransId="{D9BE0F0B-2085-4D26-A2D4-1447D97732E4}" sibTransId="{B73B0DF1-C992-4C06-A665-D11F80D1CCF6}"/>
    <dgm:cxn modelId="{25C4A971-7D6C-481A-8289-1AB7EBCD78D5}" type="presOf" srcId="{8F06B3ED-0767-4231-A06E-558EF8270DE5}" destId="{982A1CE8-DBB4-4DFA-BCD0-852CC630C7FC}" srcOrd="0" destOrd="0" presId="urn:microsoft.com/office/officeart/2005/8/layout/vList2"/>
    <dgm:cxn modelId="{D50ADB94-8CCC-4C6B-8478-F962B60CD55A}" type="presOf" srcId="{99CB5813-A0E4-4F0B-9EEF-2BA595427CBF}" destId="{DB968C88-7CF4-427E-A4B4-F424E7C72822}" srcOrd="0" destOrd="0" presId="urn:microsoft.com/office/officeart/2005/8/layout/vList2"/>
    <dgm:cxn modelId="{82A8D2E2-6552-4CA2-A59F-FCCA05585E89}" type="presOf" srcId="{A643AD73-7258-4BD2-A21A-7CD998B5DC61}" destId="{58AF765C-0628-46D8-B0C8-04F11FBEA626}" srcOrd="0" destOrd="0" presId="urn:microsoft.com/office/officeart/2005/8/layout/vList2"/>
    <dgm:cxn modelId="{CE721723-D4A8-456F-83BC-34C399065ACE}" type="presParOf" srcId="{DB968C88-7CF4-427E-A4B4-F424E7C72822}" destId="{58AF765C-0628-46D8-B0C8-04F11FBEA626}" srcOrd="0" destOrd="0" presId="urn:microsoft.com/office/officeart/2005/8/layout/vList2"/>
    <dgm:cxn modelId="{11BF4F28-84D2-4D67-9300-430DAED586B5}" type="presParOf" srcId="{DB968C88-7CF4-427E-A4B4-F424E7C72822}" destId="{6838B487-C945-49C2-8273-C1C4FD203139}" srcOrd="1" destOrd="0" presId="urn:microsoft.com/office/officeart/2005/8/layout/vList2"/>
    <dgm:cxn modelId="{C03014E7-287F-4EE0-98B1-E759F3CEC501}" type="presParOf" srcId="{DB968C88-7CF4-427E-A4B4-F424E7C72822}" destId="{982A1CE8-DBB4-4DFA-BCD0-852CC630C7F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36F58B-53A9-4ECF-B478-C41A5BC295E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2058DB-3071-4DC0-BF8F-C427246301D0}">
      <dgm:prSet/>
      <dgm:spPr/>
      <dgm:t>
        <a:bodyPr/>
        <a:lstStyle/>
        <a:p>
          <a:r>
            <a:rPr lang="en-US"/>
            <a:t>Dignity and worth of the person</a:t>
          </a:r>
        </a:p>
      </dgm:t>
    </dgm:pt>
    <dgm:pt modelId="{42BCEE6B-FFD0-4B6F-8E5E-6CE2BDF0608F}" type="parTrans" cxnId="{E2012ACA-DC13-4185-B835-61476A5BD8C3}">
      <dgm:prSet/>
      <dgm:spPr/>
      <dgm:t>
        <a:bodyPr/>
        <a:lstStyle/>
        <a:p>
          <a:endParaRPr lang="en-US"/>
        </a:p>
      </dgm:t>
    </dgm:pt>
    <dgm:pt modelId="{78F488B7-CA77-4403-AC1B-023B9DF68C7A}" type="sibTrans" cxnId="{E2012ACA-DC13-4185-B835-61476A5BD8C3}">
      <dgm:prSet/>
      <dgm:spPr/>
      <dgm:t>
        <a:bodyPr/>
        <a:lstStyle/>
        <a:p>
          <a:endParaRPr lang="en-US"/>
        </a:p>
      </dgm:t>
    </dgm:pt>
    <dgm:pt modelId="{61B5D620-4ED3-4383-B330-3453A942F31C}">
      <dgm:prSet/>
      <dgm:spPr/>
      <dgm:t>
        <a:bodyPr/>
        <a:lstStyle/>
        <a:p>
          <a:r>
            <a:rPr lang="en-US"/>
            <a:t>Social justice and equity</a:t>
          </a:r>
        </a:p>
      </dgm:t>
    </dgm:pt>
    <dgm:pt modelId="{D028803B-77E0-47AD-B101-0CC1680B2C33}" type="parTrans" cxnId="{A46453F4-6BE6-41B5-BEF4-0C58ADB7C574}">
      <dgm:prSet/>
      <dgm:spPr/>
      <dgm:t>
        <a:bodyPr/>
        <a:lstStyle/>
        <a:p>
          <a:endParaRPr lang="en-US"/>
        </a:p>
      </dgm:t>
    </dgm:pt>
    <dgm:pt modelId="{0E26033E-AAE2-41FA-AAD2-017CD01E0C60}" type="sibTrans" cxnId="{A46453F4-6BE6-41B5-BEF4-0C58ADB7C574}">
      <dgm:prSet/>
      <dgm:spPr/>
      <dgm:t>
        <a:bodyPr/>
        <a:lstStyle/>
        <a:p>
          <a:endParaRPr lang="en-US"/>
        </a:p>
      </dgm:t>
    </dgm:pt>
    <dgm:pt modelId="{A7A07F67-82AE-4FF2-A66D-9651BCDECF95}">
      <dgm:prSet/>
      <dgm:spPr/>
      <dgm:t>
        <a:bodyPr/>
        <a:lstStyle/>
        <a:p>
          <a:r>
            <a:rPr lang="en-US"/>
            <a:t>Integrity and responsibility</a:t>
          </a:r>
        </a:p>
      </dgm:t>
    </dgm:pt>
    <dgm:pt modelId="{93163899-7D9A-4F74-93C8-64B4C9C04CFB}" type="parTrans" cxnId="{AF4D8C20-DC30-473D-A7C5-DE7231D2F7F5}">
      <dgm:prSet/>
      <dgm:spPr/>
      <dgm:t>
        <a:bodyPr/>
        <a:lstStyle/>
        <a:p>
          <a:endParaRPr lang="en-US"/>
        </a:p>
      </dgm:t>
    </dgm:pt>
    <dgm:pt modelId="{020158E0-876D-485F-A8C4-BBC16CD9655E}" type="sibTrans" cxnId="{AF4D8C20-DC30-473D-A7C5-DE7231D2F7F5}">
      <dgm:prSet/>
      <dgm:spPr/>
      <dgm:t>
        <a:bodyPr/>
        <a:lstStyle/>
        <a:p>
          <a:endParaRPr lang="en-US"/>
        </a:p>
      </dgm:t>
    </dgm:pt>
    <dgm:pt modelId="{DD9C6D42-AC9D-431F-A691-DD6E4BCE90F4}">
      <dgm:prSet/>
      <dgm:spPr/>
      <dgm:t>
        <a:bodyPr/>
        <a:lstStyle/>
        <a:p>
          <a:r>
            <a:rPr lang="en-US"/>
            <a:t>Confidentiality and informed consent</a:t>
          </a:r>
        </a:p>
      </dgm:t>
    </dgm:pt>
    <dgm:pt modelId="{97A042EE-25A5-45E0-BEC9-5C2420523BDB}" type="parTrans" cxnId="{5177CDCF-88DE-4A1F-85EA-FE3E9754A47F}">
      <dgm:prSet/>
      <dgm:spPr/>
      <dgm:t>
        <a:bodyPr/>
        <a:lstStyle/>
        <a:p>
          <a:endParaRPr lang="en-US"/>
        </a:p>
      </dgm:t>
    </dgm:pt>
    <dgm:pt modelId="{89DCFE30-E357-4356-B72F-3544B85917D2}" type="sibTrans" cxnId="{5177CDCF-88DE-4A1F-85EA-FE3E9754A47F}">
      <dgm:prSet/>
      <dgm:spPr/>
      <dgm:t>
        <a:bodyPr/>
        <a:lstStyle/>
        <a:p>
          <a:endParaRPr lang="en-US"/>
        </a:p>
      </dgm:t>
    </dgm:pt>
    <dgm:pt modelId="{F104B3BD-59B1-4DA2-9C26-ACEDF1BE35AD}" type="pres">
      <dgm:prSet presAssocID="{4936F58B-53A9-4ECF-B478-C41A5BC295E2}" presName="outerComposite" presStyleCnt="0">
        <dgm:presLayoutVars>
          <dgm:chMax val="5"/>
          <dgm:dir/>
          <dgm:resizeHandles val="exact"/>
        </dgm:presLayoutVars>
      </dgm:prSet>
      <dgm:spPr/>
    </dgm:pt>
    <dgm:pt modelId="{55716B62-115C-4FA5-8950-75BB3B86580E}" type="pres">
      <dgm:prSet presAssocID="{4936F58B-53A9-4ECF-B478-C41A5BC295E2}" presName="dummyMaxCanvas" presStyleCnt="0">
        <dgm:presLayoutVars/>
      </dgm:prSet>
      <dgm:spPr/>
    </dgm:pt>
    <dgm:pt modelId="{F9758F34-C702-4B07-A363-D36570EEE9AE}" type="pres">
      <dgm:prSet presAssocID="{4936F58B-53A9-4ECF-B478-C41A5BC295E2}" presName="FourNodes_1" presStyleLbl="node1" presStyleIdx="0" presStyleCnt="4">
        <dgm:presLayoutVars>
          <dgm:bulletEnabled val="1"/>
        </dgm:presLayoutVars>
      </dgm:prSet>
      <dgm:spPr/>
    </dgm:pt>
    <dgm:pt modelId="{C577119D-B8DD-41B5-90ED-D3B102E13423}" type="pres">
      <dgm:prSet presAssocID="{4936F58B-53A9-4ECF-B478-C41A5BC295E2}" presName="FourNodes_2" presStyleLbl="node1" presStyleIdx="1" presStyleCnt="4">
        <dgm:presLayoutVars>
          <dgm:bulletEnabled val="1"/>
        </dgm:presLayoutVars>
      </dgm:prSet>
      <dgm:spPr/>
    </dgm:pt>
    <dgm:pt modelId="{783D9E92-3465-41B9-8DEA-D1068D9E3E81}" type="pres">
      <dgm:prSet presAssocID="{4936F58B-53A9-4ECF-B478-C41A5BC295E2}" presName="FourNodes_3" presStyleLbl="node1" presStyleIdx="2" presStyleCnt="4">
        <dgm:presLayoutVars>
          <dgm:bulletEnabled val="1"/>
        </dgm:presLayoutVars>
      </dgm:prSet>
      <dgm:spPr/>
    </dgm:pt>
    <dgm:pt modelId="{4BCCFA3B-8577-43E2-BED8-DB0B9020092F}" type="pres">
      <dgm:prSet presAssocID="{4936F58B-53A9-4ECF-B478-C41A5BC295E2}" presName="FourNodes_4" presStyleLbl="node1" presStyleIdx="3" presStyleCnt="4">
        <dgm:presLayoutVars>
          <dgm:bulletEnabled val="1"/>
        </dgm:presLayoutVars>
      </dgm:prSet>
      <dgm:spPr/>
    </dgm:pt>
    <dgm:pt modelId="{D0398721-DB44-4BEA-905D-7A6F2EF4F0CF}" type="pres">
      <dgm:prSet presAssocID="{4936F58B-53A9-4ECF-B478-C41A5BC295E2}" presName="FourConn_1-2" presStyleLbl="fgAccFollowNode1" presStyleIdx="0" presStyleCnt="3">
        <dgm:presLayoutVars>
          <dgm:bulletEnabled val="1"/>
        </dgm:presLayoutVars>
      </dgm:prSet>
      <dgm:spPr/>
    </dgm:pt>
    <dgm:pt modelId="{B111605A-FE1A-415A-AF66-3FDFB2D27448}" type="pres">
      <dgm:prSet presAssocID="{4936F58B-53A9-4ECF-B478-C41A5BC295E2}" presName="FourConn_2-3" presStyleLbl="fgAccFollowNode1" presStyleIdx="1" presStyleCnt="3">
        <dgm:presLayoutVars>
          <dgm:bulletEnabled val="1"/>
        </dgm:presLayoutVars>
      </dgm:prSet>
      <dgm:spPr/>
    </dgm:pt>
    <dgm:pt modelId="{1867DE8C-8D0F-4FD1-A8DE-BE07469A23A4}" type="pres">
      <dgm:prSet presAssocID="{4936F58B-53A9-4ECF-B478-C41A5BC295E2}" presName="FourConn_3-4" presStyleLbl="fgAccFollowNode1" presStyleIdx="2" presStyleCnt="3">
        <dgm:presLayoutVars>
          <dgm:bulletEnabled val="1"/>
        </dgm:presLayoutVars>
      </dgm:prSet>
      <dgm:spPr/>
    </dgm:pt>
    <dgm:pt modelId="{B13205BB-729D-48F3-B329-3452A7AC67DA}" type="pres">
      <dgm:prSet presAssocID="{4936F58B-53A9-4ECF-B478-C41A5BC295E2}" presName="FourNodes_1_text" presStyleLbl="node1" presStyleIdx="3" presStyleCnt="4">
        <dgm:presLayoutVars>
          <dgm:bulletEnabled val="1"/>
        </dgm:presLayoutVars>
      </dgm:prSet>
      <dgm:spPr/>
    </dgm:pt>
    <dgm:pt modelId="{3C04758D-2E29-437E-A2B9-17E6D0D91626}" type="pres">
      <dgm:prSet presAssocID="{4936F58B-53A9-4ECF-B478-C41A5BC295E2}" presName="FourNodes_2_text" presStyleLbl="node1" presStyleIdx="3" presStyleCnt="4">
        <dgm:presLayoutVars>
          <dgm:bulletEnabled val="1"/>
        </dgm:presLayoutVars>
      </dgm:prSet>
      <dgm:spPr/>
    </dgm:pt>
    <dgm:pt modelId="{C288A2B7-6AF6-46FB-93AA-B30CECAC0C76}" type="pres">
      <dgm:prSet presAssocID="{4936F58B-53A9-4ECF-B478-C41A5BC295E2}" presName="FourNodes_3_text" presStyleLbl="node1" presStyleIdx="3" presStyleCnt="4">
        <dgm:presLayoutVars>
          <dgm:bulletEnabled val="1"/>
        </dgm:presLayoutVars>
      </dgm:prSet>
      <dgm:spPr/>
    </dgm:pt>
    <dgm:pt modelId="{1E4BBC2B-B4AD-456B-86A4-414C892FDF7D}" type="pres">
      <dgm:prSet presAssocID="{4936F58B-53A9-4ECF-B478-C41A5BC295E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BBB7507-7803-4F0F-9E4B-868C2E078A2B}" type="presOf" srcId="{DD9C6D42-AC9D-431F-A691-DD6E4BCE90F4}" destId="{1E4BBC2B-B4AD-456B-86A4-414C892FDF7D}" srcOrd="1" destOrd="0" presId="urn:microsoft.com/office/officeart/2005/8/layout/vProcess5"/>
    <dgm:cxn modelId="{2591A60B-9962-4386-A57F-234A8BF5FD22}" type="presOf" srcId="{4936F58B-53A9-4ECF-B478-C41A5BC295E2}" destId="{F104B3BD-59B1-4DA2-9C26-ACEDF1BE35AD}" srcOrd="0" destOrd="0" presId="urn:microsoft.com/office/officeart/2005/8/layout/vProcess5"/>
    <dgm:cxn modelId="{26CAC613-24BF-45AE-9DA4-5B6556AD722E}" type="presOf" srcId="{78F488B7-CA77-4403-AC1B-023B9DF68C7A}" destId="{D0398721-DB44-4BEA-905D-7A6F2EF4F0CF}" srcOrd="0" destOrd="0" presId="urn:microsoft.com/office/officeart/2005/8/layout/vProcess5"/>
    <dgm:cxn modelId="{A761A919-5467-459A-82EE-C2EFF97F0A8C}" type="presOf" srcId="{61B5D620-4ED3-4383-B330-3453A942F31C}" destId="{C577119D-B8DD-41B5-90ED-D3B102E13423}" srcOrd="0" destOrd="0" presId="urn:microsoft.com/office/officeart/2005/8/layout/vProcess5"/>
    <dgm:cxn modelId="{AF4D8C20-DC30-473D-A7C5-DE7231D2F7F5}" srcId="{4936F58B-53A9-4ECF-B478-C41A5BC295E2}" destId="{A7A07F67-82AE-4FF2-A66D-9651BCDECF95}" srcOrd="2" destOrd="0" parTransId="{93163899-7D9A-4F74-93C8-64B4C9C04CFB}" sibTransId="{020158E0-876D-485F-A8C4-BBC16CD9655E}"/>
    <dgm:cxn modelId="{7128B922-43CC-44DF-AF03-E297F880D9ED}" type="presOf" srcId="{DD9C6D42-AC9D-431F-A691-DD6E4BCE90F4}" destId="{4BCCFA3B-8577-43E2-BED8-DB0B9020092F}" srcOrd="0" destOrd="0" presId="urn:microsoft.com/office/officeart/2005/8/layout/vProcess5"/>
    <dgm:cxn modelId="{84923938-1E9B-48CA-8CF4-98513A093486}" type="presOf" srcId="{A7A07F67-82AE-4FF2-A66D-9651BCDECF95}" destId="{C288A2B7-6AF6-46FB-93AA-B30CECAC0C76}" srcOrd="1" destOrd="0" presId="urn:microsoft.com/office/officeart/2005/8/layout/vProcess5"/>
    <dgm:cxn modelId="{175BAA38-1B31-412A-A516-A1F852FC46AA}" type="presOf" srcId="{61B5D620-4ED3-4383-B330-3453A942F31C}" destId="{3C04758D-2E29-437E-A2B9-17E6D0D91626}" srcOrd="1" destOrd="0" presId="urn:microsoft.com/office/officeart/2005/8/layout/vProcess5"/>
    <dgm:cxn modelId="{8A1EF939-155F-49F4-B592-614FA4312EB0}" type="presOf" srcId="{020158E0-876D-485F-A8C4-BBC16CD9655E}" destId="{1867DE8C-8D0F-4FD1-A8DE-BE07469A23A4}" srcOrd="0" destOrd="0" presId="urn:microsoft.com/office/officeart/2005/8/layout/vProcess5"/>
    <dgm:cxn modelId="{E2A68656-AA2D-4DB2-BB3C-24C99271BB3F}" type="presOf" srcId="{182058DB-3071-4DC0-BF8F-C427246301D0}" destId="{B13205BB-729D-48F3-B329-3452A7AC67DA}" srcOrd="1" destOrd="0" presId="urn:microsoft.com/office/officeart/2005/8/layout/vProcess5"/>
    <dgm:cxn modelId="{E2012ACA-DC13-4185-B835-61476A5BD8C3}" srcId="{4936F58B-53A9-4ECF-B478-C41A5BC295E2}" destId="{182058DB-3071-4DC0-BF8F-C427246301D0}" srcOrd="0" destOrd="0" parTransId="{42BCEE6B-FFD0-4B6F-8E5E-6CE2BDF0608F}" sibTransId="{78F488B7-CA77-4403-AC1B-023B9DF68C7A}"/>
    <dgm:cxn modelId="{5177CDCF-88DE-4A1F-85EA-FE3E9754A47F}" srcId="{4936F58B-53A9-4ECF-B478-C41A5BC295E2}" destId="{DD9C6D42-AC9D-431F-A691-DD6E4BCE90F4}" srcOrd="3" destOrd="0" parTransId="{97A042EE-25A5-45E0-BEC9-5C2420523BDB}" sibTransId="{89DCFE30-E357-4356-B72F-3544B85917D2}"/>
    <dgm:cxn modelId="{BD8269D3-A016-4382-8B06-BB53BF9A5577}" type="presOf" srcId="{0E26033E-AAE2-41FA-AAD2-017CD01E0C60}" destId="{B111605A-FE1A-415A-AF66-3FDFB2D27448}" srcOrd="0" destOrd="0" presId="urn:microsoft.com/office/officeart/2005/8/layout/vProcess5"/>
    <dgm:cxn modelId="{B19A09F4-A865-49A8-9434-D21D15888B82}" type="presOf" srcId="{182058DB-3071-4DC0-BF8F-C427246301D0}" destId="{F9758F34-C702-4B07-A363-D36570EEE9AE}" srcOrd="0" destOrd="0" presId="urn:microsoft.com/office/officeart/2005/8/layout/vProcess5"/>
    <dgm:cxn modelId="{A46453F4-6BE6-41B5-BEF4-0C58ADB7C574}" srcId="{4936F58B-53A9-4ECF-B478-C41A5BC295E2}" destId="{61B5D620-4ED3-4383-B330-3453A942F31C}" srcOrd="1" destOrd="0" parTransId="{D028803B-77E0-47AD-B101-0CC1680B2C33}" sibTransId="{0E26033E-AAE2-41FA-AAD2-017CD01E0C60}"/>
    <dgm:cxn modelId="{D83F8FFE-FD2D-4CD0-B5CA-53C27A4D899D}" type="presOf" srcId="{A7A07F67-82AE-4FF2-A66D-9651BCDECF95}" destId="{783D9E92-3465-41B9-8DEA-D1068D9E3E81}" srcOrd="0" destOrd="0" presId="urn:microsoft.com/office/officeart/2005/8/layout/vProcess5"/>
    <dgm:cxn modelId="{8D2A6101-913E-4D4B-B9F5-65289C937F43}" type="presParOf" srcId="{F104B3BD-59B1-4DA2-9C26-ACEDF1BE35AD}" destId="{55716B62-115C-4FA5-8950-75BB3B86580E}" srcOrd="0" destOrd="0" presId="urn:microsoft.com/office/officeart/2005/8/layout/vProcess5"/>
    <dgm:cxn modelId="{E8E49C30-E35F-4D36-9AE8-B8682315DE92}" type="presParOf" srcId="{F104B3BD-59B1-4DA2-9C26-ACEDF1BE35AD}" destId="{F9758F34-C702-4B07-A363-D36570EEE9AE}" srcOrd="1" destOrd="0" presId="urn:microsoft.com/office/officeart/2005/8/layout/vProcess5"/>
    <dgm:cxn modelId="{9B5E26C8-78BD-43E0-8BB3-7B8B2FD259F2}" type="presParOf" srcId="{F104B3BD-59B1-4DA2-9C26-ACEDF1BE35AD}" destId="{C577119D-B8DD-41B5-90ED-D3B102E13423}" srcOrd="2" destOrd="0" presId="urn:microsoft.com/office/officeart/2005/8/layout/vProcess5"/>
    <dgm:cxn modelId="{9CE5CE8D-8F67-4505-A04D-135E403A2147}" type="presParOf" srcId="{F104B3BD-59B1-4DA2-9C26-ACEDF1BE35AD}" destId="{783D9E92-3465-41B9-8DEA-D1068D9E3E81}" srcOrd="3" destOrd="0" presId="urn:microsoft.com/office/officeart/2005/8/layout/vProcess5"/>
    <dgm:cxn modelId="{CF9B9DAB-D9C7-4F14-B737-8D9BAC7209B9}" type="presParOf" srcId="{F104B3BD-59B1-4DA2-9C26-ACEDF1BE35AD}" destId="{4BCCFA3B-8577-43E2-BED8-DB0B9020092F}" srcOrd="4" destOrd="0" presId="urn:microsoft.com/office/officeart/2005/8/layout/vProcess5"/>
    <dgm:cxn modelId="{4835725A-515A-408D-BFE1-06082EE881A3}" type="presParOf" srcId="{F104B3BD-59B1-4DA2-9C26-ACEDF1BE35AD}" destId="{D0398721-DB44-4BEA-905D-7A6F2EF4F0CF}" srcOrd="5" destOrd="0" presId="urn:microsoft.com/office/officeart/2005/8/layout/vProcess5"/>
    <dgm:cxn modelId="{43E9A0C2-63EE-4670-BB2C-93E8990C856B}" type="presParOf" srcId="{F104B3BD-59B1-4DA2-9C26-ACEDF1BE35AD}" destId="{B111605A-FE1A-415A-AF66-3FDFB2D27448}" srcOrd="6" destOrd="0" presId="urn:microsoft.com/office/officeart/2005/8/layout/vProcess5"/>
    <dgm:cxn modelId="{07F68A87-6D82-438E-BB3C-D281A6F5626C}" type="presParOf" srcId="{F104B3BD-59B1-4DA2-9C26-ACEDF1BE35AD}" destId="{1867DE8C-8D0F-4FD1-A8DE-BE07469A23A4}" srcOrd="7" destOrd="0" presId="urn:microsoft.com/office/officeart/2005/8/layout/vProcess5"/>
    <dgm:cxn modelId="{4E3DD45A-D40C-4DAF-AD99-41E42FD98B75}" type="presParOf" srcId="{F104B3BD-59B1-4DA2-9C26-ACEDF1BE35AD}" destId="{B13205BB-729D-48F3-B329-3452A7AC67DA}" srcOrd="8" destOrd="0" presId="urn:microsoft.com/office/officeart/2005/8/layout/vProcess5"/>
    <dgm:cxn modelId="{6B9DA714-EC26-4114-A134-B8FB98C1068A}" type="presParOf" srcId="{F104B3BD-59B1-4DA2-9C26-ACEDF1BE35AD}" destId="{3C04758D-2E29-437E-A2B9-17E6D0D91626}" srcOrd="9" destOrd="0" presId="urn:microsoft.com/office/officeart/2005/8/layout/vProcess5"/>
    <dgm:cxn modelId="{C7EB181A-99F2-4919-90F1-71DB00B95C38}" type="presParOf" srcId="{F104B3BD-59B1-4DA2-9C26-ACEDF1BE35AD}" destId="{C288A2B7-6AF6-46FB-93AA-B30CECAC0C76}" srcOrd="10" destOrd="0" presId="urn:microsoft.com/office/officeart/2005/8/layout/vProcess5"/>
    <dgm:cxn modelId="{8F7E7043-6202-4EA2-A215-83CF16F89F7E}" type="presParOf" srcId="{F104B3BD-59B1-4DA2-9C26-ACEDF1BE35AD}" destId="{1E4BBC2B-B4AD-456B-86A4-414C892FDF7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185D60-671D-4D8C-A13A-738AA4C514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A54959-1725-4E5D-9886-766E475425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Autonomy vs. mandatory reporting</a:t>
          </a:r>
        </a:p>
      </dgm:t>
    </dgm:pt>
    <dgm:pt modelId="{5882880D-6E55-42BD-8B97-5B4E729D8081}" type="parTrans" cxnId="{84F1A3CC-61F0-4433-BF33-5D10DF457975}">
      <dgm:prSet/>
      <dgm:spPr/>
      <dgm:t>
        <a:bodyPr/>
        <a:lstStyle/>
        <a:p>
          <a:endParaRPr lang="en-US"/>
        </a:p>
      </dgm:t>
    </dgm:pt>
    <dgm:pt modelId="{269378DD-05CF-427B-B8AA-B84EDC03AE16}" type="sibTrans" cxnId="{84F1A3CC-61F0-4433-BF33-5D10DF457975}">
      <dgm:prSet/>
      <dgm:spPr/>
      <dgm:t>
        <a:bodyPr/>
        <a:lstStyle/>
        <a:p>
          <a:endParaRPr lang="en-US"/>
        </a:p>
      </dgm:t>
    </dgm:pt>
    <dgm:pt modelId="{58126975-923F-4D2D-8535-07EF410089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Cultural diversity vs. uniform law application</a:t>
          </a:r>
        </a:p>
      </dgm:t>
    </dgm:pt>
    <dgm:pt modelId="{366E1643-4CB2-4924-893C-8D99ACD37CEC}" type="parTrans" cxnId="{B4EA7E17-CB31-41B5-888E-146F7FF798C5}">
      <dgm:prSet/>
      <dgm:spPr/>
      <dgm:t>
        <a:bodyPr/>
        <a:lstStyle/>
        <a:p>
          <a:endParaRPr lang="en-US"/>
        </a:p>
      </dgm:t>
    </dgm:pt>
    <dgm:pt modelId="{A7B889B7-430A-4542-9658-8F8CBA817FE3}" type="sibTrans" cxnId="{B4EA7E17-CB31-41B5-888E-146F7FF798C5}">
      <dgm:prSet/>
      <dgm:spPr/>
      <dgm:t>
        <a:bodyPr/>
        <a:lstStyle/>
        <a:p>
          <a:endParaRPr lang="en-US"/>
        </a:p>
      </dgm:t>
    </dgm:pt>
    <dgm:pt modelId="{286CE3B8-7455-4CA5-BFC9-4DA041626A98}" type="pres">
      <dgm:prSet presAssocID="{58185D60-671D-4D8C-A13A-738AA4C5141C}" presName="root" presStyleCnt="0">
        <dgm:presLayoutVars>
          <dgm:dir/>
          <dgm:resizeHandles val="exact"/>
        </dgm:presLayoutVars>
      </dgm:prSet>
      <dgm:spPr/>
    </dgm:pt>
    <dgm:pt modelId="{FF88609E-6989-44EB-8E9C-2D23AF34C6BF}" type="pres">
      <dgm:prSet presAssocID="{48A54959-1725-4E5D-9886-766E47542596}" presName="compNode" presStyleCnt="0"/>
      <dgm:spPr/>
    </dgm:pt>
    <dgm:pt modelId="{86C5C190-5015-4120-9B4D-188149FE878B}" type="pres">
      <dgm:prSet presAssocID="{48A54959-1725-4E5D-9886-766E47542596}" presName="bgRect" presStyleLbl="bgShp" presStyleIdx="0" presStyleCnt="2"/>
      <dgm:spPr/>
    </dgm:pt>
    <dgm:pt modelId="{046EAD66-E89A-4B8C-8FEB-E2A07C933E12}" type="pres">
      <dgm:prSet presAssocID="{48A54959-1725-4E5D-9886-766E4754259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E65501F-456C-4162-8814-7AA91AEB118F}" type="pres">
      <dgm:prSet presAssocID="{48A54959-1725-4E5D-9886-766E47542596}" presName="spaceRect" presStyleCnt="0"/>
      <dgm:spPr/>
    </dgm:pt>
    <dgm:pt modelId="{A2A83B4E-9F3F-475E-BBD5-90990080064B}" type="pres">
      <dgm:prSet presAssocID="{48A54959-1725-4E5D-9886-766E47542596}" presName="parTx" presStyleLbl="revTx" presStyleIdx="0" presStyleCnt="2">
        <dgm:presLayoutVars>
          <dgm:chMax val="0"/>
          <dgm:chPref val="0"/>
        </dgm:presLayoutVars>
      </dgm:prSet>
      <dgm:spPr/>
    </dgm:pt>
    <dgm:pt modelId="{320E4C48-D3E1-48EC-BAE0-0C0899F54BDF}" type="pres">
      <dgm:prSet presAssocID="{269378DD-05CF-427B-B8AA-B84EDC03AE16}" presName="sibTrans" presStyleCnt="0"/>
      <dgm:spPr/>
    </dgm:pt>
    <dgm:pt modelId="{139CECFC-F171-4215-9BE8-C2CE4EAA4431}" type="pres">
      <dgm:prSet presAssocID="{58126975-923F-4D2D-8535-07EF41008997}" presName="compNode" presStyleCnt="0"/>
      <dgm:spPr/>
    </dgm:pt>
    <dgm:pt modelId="{F2B49F41-BB86-42A0-A837-D09A81EE7F7B}" type="pres">
      <dgm:prSet presAssocID="{58126975-923F-4D2D-8535-07EF41008997}" presName="bgRect" presStyleLbl="bgShp" presStyleIdx="1" presStyleCnt="2"/>
      <dgm:spPr/>
    </dgm:pt>
    <dgm:pt modelId="{38EFF3B8-8229-48B3-A252-A3464179F1BD}" type="pres">
      <dgm:prSet presAssocID="{58126975-923F-4D2D-8535-07EF4100899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C2575CD-4031-49E9-AA50-09CA21EB0680}" type="pres">
      <dgm:prSet presAssocID="{58126975-923F-4D2D-8535-07EF41008997}" presName="spaceRect" presStyleCnt="0"/>
      <dgm:spPr/>
    </dgm:pt>
    <dgm:pt modelId="{F603B536-B2A9-4310-BFA2-24C53B6C036D}" type="pres">
      <dgm:prSet presAssocID="{58126975-923F-4D2D-8535-07EF4100899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17E6A03-6334-4651-8191-CF1C22922290}" type="presOf" srcId="{58185D60-671D-4D8C-A13A-738AA4C5141C}" destId="{286CE3B8-7455-4CA5-BFC9-4DA041626A98}" srcOrd="0" destOrd="0" presId="urn:microsoft.com/office/officeart/2018/2/layout/IconVerticalSolidList"/>
    <dgm:cxn modelId="{B4EA7E17-CB31-41B5-888E-146F7FF798C5}" srcId="{58185D60-671D-4D8C-A13A-738AA4C5141C}" destId="{58126975-923F-4D2D-8535-07EF41008997}" srcOrd="1" destOrd="0" parTransId="{366E1643-4CB2-4924-893C-8D99ACD37CEC}" sibTransId="{A7B889B7-430A-4542-9658-8F8CBA817FE3}"/>
    <dgm:cxn modelId="{980E6E84-66DD-4159-A698-FFA7D58B49A4}" type="presOf" srcId="{48A54959-1725-4E5D-9886-766E47542596}" destId="{A2A83B4E-9F3F-475E-BBD5-90990080064B}" srcOrd="0" destOrd="0" presId="urn:microsoft.com/office/officeart/2018/2/layout/IconVerticalSolidList"/>
    <dgm:cxn modelId="{D1A220A4-1AE4-4CC2-A341-234A1E6F73A2}" type="presOf" srcId="{58126975-923F-4D2D-8535-07EF41008997}" destId="{F603B536-B2A9-4310-BFA2-24C53B6C036D}" srcOrd="0" destOrd="0" presId="urn:microsoft.com/office/officeart/2018/2/layout/IconVerticalSolidList"/>
    <dgm:cxn modelId="{84F1A3CC-61F0-4433-BF33-5D10DF457975}" srcId="{58185D60-671D-4D8C-A13A-738AA4C5141C}" destId="{48A54959-1725-4E5D-9886-766E47542596}" srcOrd="0" destOrd="0" parTransId="{5882880D-6E55-42BD-8B97-5B4E729D8081}" sibTransId="{269378DD-05CF-427B-B8AA-B84EDC03AE16}"/>
    <dgm:cxn modelId="{1125F13D-DF9B-4AFD-B922-D0948648EBA2}" type="presParOf" srcId="{286CE3B8-7455-4CA5-BFC9-4DA041626A98}" destId="{FF88609E-6989-44EB-8E9C-2D23AF34C6BF}" srcOrd="0" destOrd="0" presId="urn:microsoft.com/office/officeart/2018/2/layout/IconVerticalSolidList"/>
    <dgm:cxn modelId="{F4A98FAC-23B9-49B1-A04F-0D029D4F9194}" type="presParOf" srcId="{FF88609E-6989-44EB-8E9C-2D23AF34C6BF}" destId="{86C5C190-5015-4120-9B4D-188149FE878B}" srcOrd="0" destOrd="0" presId="urn:microsoft.com/office/officeart/2018/2/layout/IconVerticalSolidList"/>
    <dgm:cxn modelId="{52E1D9BF-C97E-4748-B1DB-509B1A803547}" type="presParOf" srcId="{FF88609E-6989-44EB-8E9C-2D23AF34C6BF}" destId="{046EAD66-E89A-4B8C-8FEB-E2A07C933E12}" srcOrd="1" destOrd="0" presId="urn:microsoft.com/office/officeart/2018/2/layout/IconVerticalSolidList"/>
    <dgm:cxn modelId="{DFCC4702-CDA5-4555-87AB-5E32874B18FA}" type="presParOf" srcId="{FF88609E-6989-44EB-8E9C-2D23AF34C6BF}" destId="{0E65501F-456C-4162-8814-7AA91AEB118F}" srcOrd="2" destOrd="0" presId="urn:microsoft.com/office/officeart/2018/2/layout/IconVerticalSolidList"/>
    <dgm:cxn modelId="{A129228D-ACCF-4DE6-A27D-053CF2D0A41F}" type="presParOf" srcId="{FF88609E-6989-44EB-8E9C-2D23AF34C6BF}" destId="{A2A83B4E-9F3F-475E-BBD5-90990080064B}" srcOrd="3" destOrd="0" presId="urn:microsoft.com/office/officeart/2018/2/layout/IconVerticalSolidList"/>
    <dgm:cxn modelId="{89337F63-CFD9-4F9F-B02A-3D00EED17DA7}" type="presParOf" srcId="{286CE3B8-7455-4CA5-BFC9-4DA041626A98}" destId="{320E4C48-D3E1-48EC-BAE0-0C0899F54BDF}" srcOrd="1" destOrd="0" presId="urn:microsoft.com/office/officeart/2018/2/layout/IconVerticalSolidList"/>
    <dgm:cxn modelId="{7768B2EC-ECFA-4738-9DED-9D9981CA708B}" type="presParOf" srcId="{286CE3B8-7455-4CA5-BFC9-4DA041626A98}" destId="{139CECFC-F171-4215-9BE8-C2CE4EAA4431}" srcOrd="2" destOrd="0" presId="urn:microsoft.com/office/officeart/2018/2/layout/IconVerticalSolidList"/>
    <dgm:cxn modelId="{98BF8B1D-6F99-4C1B-AB7D-E20F10CDD6FC}" type="presParOf" srcId="{139CECFC-F171-4215-9BE8-C2CE4EAA4431}" destId="{F2B49F41-BB86-42A0-A837-D09A81EE7F7B}" srcOrd="0" destOrd="0" presId="urn:microsoft.com/office/officeart/2018/2/layout/IconVerticalSolidList"/>
    <dgm:cxn modelId="{2C2413E7-8E68-47F8-ACA1-D1BF18B71266}" type="presParOf" srcId="{139CECFC-F171-4215-9BE8-C2CE4EAA4431}" destId="{38EFF3B8-8229-48B3-A252-A3464179F1BD}" srcOrd="1" destOrd="0" presId="urn:microsoft.com/office/officeart/2018/2/layout/IconVerticalSolidList"/>
    <dgm:cxn modelId="{CB25D35B-1888-4D3A-ACE3-726BBE8AF824}" type="presParOf" srcId="{139CECFC-F171-4215-9BE8-C2CE4EAA4431}" destId="{EC2575CD-4031-49E9-AA50-09CA21EB0680}" srcOrd="2" destOrd="0" presId="urn:microsoft.com/office/officeart/2018/2/layout/IconVerticalSolidList"/>
    <dgm:cxn modelId="{96B96A69-7781-4A40-86A7-CC98FEE99D45}" type="presParOf" srcId="{139CECFC-F171-4215-9BE8-C2CE4EAA4431}" destId="{F603B536-B2A9-4310-BFA2-24C53B6C03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5C1D0E-CA3B-4E5B-9D1D-BACA3BF21A6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6083C1-59B6-415E-880F-E3F027A3D06F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dirty="0"/>
            <a:t>South African Council for Social Services</a:t>
          </a:r>
          <a:r>
            <a:rPr lang="en-ZA"/>
            <a:t>/ legislation </a:t>
          </a:r>
          <a:endParaRPr lang="en-US" dirty="0"/>
        </a:p>
      </dgm:t>
    </dgm:pt>
    <dgm:pt modelId="{750FE127-56ED-4670-AE17-0BCF2148E8D5}" type="sibTrans" cxnId="{8BAB87A9-AC0F-4FD9-9041-B559E9A80D6A}">
      <dgm:prSet/>
      <dgm:spPr/>
      <dgm:t>
        <a:bodyPr/>
        <a:lstStyle/>
        <a:p>
          <a:endParaRPr lang="en-US"/>
        </a:p>
      </dgm:t>
    </dgm:pt>
    <dgm:pt modelId="{51B57268-FAED-44DF-9DE8-E78693A97FCF}" type="parTrans" cxnId="{8BAB87A9-AC0F-4FD9-9041-B559E9A80D6A}">
      <dgm:prSet/>
      <dgm:spPr/>
      <dgm:t>
        <a:bodyPr/>
        <a:lstStyle/>
        <a:p>
          <a:endParaRPr lang="en-US"/>
        </a:p>
      </dgm:t>
    </dgm:pt>
    <dgm:pt modelId="{A9C400D1-B216-4F78-B964-2DB8DE6B5ACD}" type="pres">
      <dgm:prSet presAssocID="{E85C1D0E-CA3B-4E5B-9D1D-BACA3BF21A6D}" presName="root" presStyleCnt="0">
        <dgm:presLayoutVars>
          <dgm:dir/>
          <dgm:resizeHandles val="exact"/>
        </dgm:presLayoutVars>
      </dgm:prSet>
      <dgm:spPr/>
    </dgm:pt>
    <dgm:pt modelId="{F34DD9CE-E9F7-4C49-8A86-174B61A60A6B}" type="pres">
      <dgm:prSet presAssocID="{496083C1-59B6-415E-880F-E3F027A3D06F}" presName="compNode" presStyleCnt="0"/>
      <dgm:spPr/>
    </dgm:pt>
    <dgm:pt modelId="{F2FC4C16-576F-448D-B2C2-5C5D594E3186}" type="pres">
      <dgm:prSet presAssocID="{496083C1-59B6-415E-880F-E3F027A3D06F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D87F1E38-2063-42C0-A66C-595000D7000B}" type="pres">
      <dgm:prSet presAssocID="{496083C1-59B6-415E-880F-E3F027A3D06F}" presName="spaceRect" presStyleCnt="0"/>
      <dgm:spPr/>
    </dgm:pt>
    <dgm:pt modelId="{6F3852F1-6311-49C6-8B67-6721433C2A6C}" type="pres">
      <dgm:prSet presAssocID="{496083C1-59B6-415E-880F-E3F027A3D06F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08E50D51-A849-4EEC-A6E4-62448644B3D3}" type="presOf" srcId="{E85C1D0E-CA3B-4E5B-9D1D-BACA3BF21A6D}" destId="{A9C400D1-B216-4F78-B964-2DB8DE6B5ACD}" srcOrd="0" destOrd="0" presId="urn:microsoft.com/office/officeart/2018/2/layout/IconLabelList"/>
    <dgm:cxn modelId="{8BAB87A9-AC0F-4FD9-9041-B559E9A80D6A}" srcId="{E85C1D0E-CA3B-4E5B-9D1D-BACA3BF21A6D}" destId="{496083C1-59B6-415E-880F-E3F027A3D06F}" srcOrd="0" destOrd="0" parTransId="{51B57268-FAED-44DF-9DE8-E78693A97FCF}" sibTransId="{750FE127-56ED-4670-AE17-0BCF2148E8D5}"/>
    <dgm:cxn modelId="{BD6C71B6-B612-438E-8D6F-64F59BB0AFB4}" type="presOf" srcId="{496083C1-59B6-415E-880F-E3F027A3D06F}" destId="{6F3852F1-6311-49C6-8B67-6721433C2A6C}" srcOrd="0" destOrd="0" presId="urn:microsoft.com/office/officeart/2018/2/layout/IconLabelList"/>
    <dgm:cxn modelId="{C1CA075E-2CB6-4101-B7CD-9D94391E8BF3}" type="presParOf" srcId="{A9C400D1-B216-4F78-B964-2DB8DE6B5ACD}" destId="{F34DD9CE-E9F7-4C49-8A86-174B61A60A6B}" srcOrd="0" destOrd="0" presId="urn:microsoft.com/office/officeart/2018/2/layout/IconLabelList"/>
    <dgm:cxn modelId="{A220E662-A3A3-4A0A-B367-B10FCBE08426}" type="presParOf" srcId="{F34DD9CE-E9F7-4C49-8A86-174B61A60A6B}" destId="{F2FC4C16-576F-448D-B2C2-5C5D594E3186}" srcOrd="0" destOrd="0" presId="urn:microsoft.com/office/officeart/2018/2/layout/IconLabelList"/>
    <dgm:cxn modelId="{DD04D58F-F681-4872-885A-A78F2A868FCD}" type="presParOf" srcId="{F34DD9CE-E9F7-4C49-8A86-174B61A60A6B}" destId="{D87F1E38-2063-42C0-A66C-595000D7000B}" srcOrd="1" destOrd="0" presId="urn:microsoft.com/office/officeart/2018/2/layout/IconLabelList"/>
    <dgm:cxn modelId="{908D442B-3848-4CC4-B292-A09CB63A045A}" type="presParOf" srcId="{F34DD9CE-E9F7-4C49-8A86-174B61A60A6B}" destId="{6F3852F1-6311-49C6-8B67-6721433C2A6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D9AEBD-24CA-46B2-AA59-57FA09D48A5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6130B1B-BA45-48E6-8187-613F978FB7DF}">
      <dgm:prSet/>
      <dgm:spPr/>
      <dgm:t>
        <a:bodyPr/>
        <a:lstStyle/>
        <a:p>
          <a:pPr>
            <a:defRPr cap="all"/>
          </a:pPr>
          <a:r>
            <a:rPr lang="en-US"/>
            <a:t>Department of Social Development policies</a:t>
          </a:r>
        </a:p>
      </dgm:t>
    </dgm:pt>
    <dgm:pt modelId="{B28932D2-581B-49CE-B2BB-CDE4C8F2F49D}" type="parTrans" cxnId="{1574617D-7A59-4AEE-A098-9FABF46B8B34}">
      <dgm:prSet/>
      <dgm:spPr/>
      <dgm:t>
        <a:bodyPr/>
        <a:lstStyle/>
        <a:p>
          <a:endParaRPr lang="en-US"/>
        </a:p>
      </dgm:t>
    </dgm:pt>
    <dgm:pt modelId="{5C460824-E04C-40CA-8070-E6CA84C6FF2B}" type="sibTrans" cxnId="{1574617D-7A59-4AEE-A098-9FABF46B8B34}">
      <dgm:prSet/>
      <dgm:spPr/>
      <dgm:t>
        <a:bodyPr/>
        <a:lstStyle/>
        <a:p>
          <a:endParaRPr lang="en-US"/>
        </a:p>
      </dgm:t>
    </dgm:pt>
    <dgm:pt modelId="{BF753236-0402-4286-9500-119D93630528}">
      <dgm:prSet/>
      <dgm:spPr/>
      <dgm:t>
        <a:bodyPr/>
        <a:lstStyle/>
        <a:p>
          <a:pPr>
            <a:defRPr cap="all"/>
          </a:pPr>
          <a:r>
            <a:rPr lang="en-US"/>
            <a:t>Ethical checklists</a:t>
          </a:r>
        </a:p>
      </dgm:t>
    </dgm:pt>
    <dgm:pt modelId="{89BBF7E1-222A-4922-9442-5147D1DC59B9}" type="parTrans" cxnId="{1BEE8F76-270C-4B8A-861C-6673517FF719}">
      <dgm:prSet/>
      <dgm:spPr/>
      <dgm:t>
        <a:bodyPr/>
        <a:lstStyle/>
        <a:p>
          <a:endParaRPr lang="en-US"/>
        </a:p>
      </dgm:t>
    </dgm:pt>
    <dgm:pt modelId="{810E2184-2548-4911-89CC-37855E5D84E7}" type="sibTrans" cxnId="{1BEE8F76-270C-4B8A-861C-6673517FF719}">
      <dgm:prSet/>
      <dgm:spPr/>
      <dgm:t>
        <a:bodyPr/>
        <a:lstStyle/>
        <a:p>
          <a:endParaRPr lang="en-US"/>
        </a:p>
      </dgm:t>
    </dgm:pt>
    <dgm:pt modelId="{A696E7A5-DE92-4098-8289-02BDA12B5097}">
      <dgm:prSet/>
      <dgm:spPr/>
      <dgm:t>
        <a:bodyPr/>
        <a:lstStyle/>
        <a:p>
          <a:pPr>
            <a:defRPr cap="all"/>
          </a:pPr>
          <a:r>
            <a:rPr lang="en-US"/>
            <a:t>Reflective supervision</a:t>
          </a:r>
        </a:p>
      </dgm:t>
    </dgm:pt>
    <dgm:pt modelId="{9849AD74-971B-40B6-AC17-22B8968A9BC0}" type="parTrans" cxnId="{DE0E43C6-485E-4725-8257-E5487E21B670}">
      <dgm:prSet/>
      <dgm:spPr/>
      <dgm:t>
        <a:bodyPr/>
        <a:lstStyle/>
        <a:p>
          <a:endParaRPr lang="en-US"/>
        </a:p>
      </dgm:t>
    </dgm:pt>
    <dgm:pt modelId="{76614559-C504-487A-9A99-306D6CA85A42}" type="sibTrans" cxnId="{DE0E43C6-485E-4725-8257-E5487E21B670}">
      <dgm:prSet/>
      <dgm:spPr/>
      <dgm:t>
        <a:bodyPr/>
        <a:lstStyle/>
        <a:p>
          <a:endParaRPr lang="en-US"/>
        </a:p>
      </dgm:t>
    </dgm:pt>
    <dgm:pt modelId="{69D6778C-E7D6-49F2-BE41-B26DA2E570E6}">
      <dgm:prSet/>
      <dgm:spPr/>
      <dgm:t>
        <a:bodyPr/>
        <a:lstStyle/>
        <a:p>
          <a:pPr>
            <a:defRPr cap="all"/>
          </a:pPr>
          <a:r>
            <a:rPr lang="en-US"/>
            <a:t>Codes of ethics (SACSSP, NASW)</a:t>
          </a:r>
        </a:p>
      </dgm:t>
    </dgm:pt>
    <dgm:pt modelId="{DD91A612-F6F4-4267-A864-9DDFE1F5B2A6}" type="parTrans" cxnId="{69258F7B-9C51-412D-BAA8-3B615DA362DB}">
      <dgm:prSet/>
      <dgm:spPr/>
      <dgm:t>
        <a:bodyPr/>
        <a:lstStyle/>
        <a:p>
          <a:endParaRPr lang="en-US"/>
        </a:p>
      </dgm:t>
    </dgm:pt>
    <dgm:pt modelId="{E15C6A75-2793-401C-9BC6-3B7660C430D5}" type="sibTrans" cxnId="{69258F7B-9C51-412D-BAA8-3B615DA362DB}">
      <dgm:prSet/>
      <dgm:spPr/>
      <dgm:t>
        <a:bodyPr/>
        <a:lstStyle/>
        <a:p>
          <a:endParaRPr lang="en-US"/>
        </a:p>
      </dgm:t>
    </dgm:pt>
    <dgm:pt modelId="{88A82F75-1247-42B9-B92A-0E5CB743DD00}" type="pres">
      <dgm:prSet presAssocID="{10D9AEBD-24CA-46B2-AA59-57FA09D48A5D}" presName="root" presStyleCnt="0">
        <dgm:presLayoutVars>
          <dgm:dir/>
          <dgm:resizeHandles val="exact"/>
        </dgm:presLayoutVars>
      </dgm:prSet>
      <dgm:spPr/>
    </dgm:pt>
    <dgm:pt modelId="{129018BF-6676-439C-BD24-1E459FEA1782}" type="pres">
      <dgm:prSet presAssocID="{36130B1B-BA45-48E6-8187-613F978FB7DF}" presName="compNode" presStyleCnt="0"/>
      <dgm:spPr/>
    </dgm:pt>
    <dgm:pt modelId="{72BBBC82-A7A3-4022-9C4A-2E0A4D388C95}" type="pres">
      <dgm:prSet presAssocID="{36130B1B-BA45-48E6-8187-613F978FB7DF}" presName="iconBgRect" presStyleLbl="bgShp" presStyleIdx="0" presStyleCnt="4"/>
      <dgm:spPr/>
    </dgm:pt>
    <dgm:pt modelId="{DA465412-B829-4E5B-B684-128D92E87A92}" type="pres">
      <dgm:prSet presAssocID="{36130B1B-BA45-48E6-8187-613F978FB7D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F5F21F40-1E9C-4902-8710-3201B267C607}" type="pres">
      <dgm:prSet presAssocID="{36130B1B-BA45-48E6-8187-613F978FB7DF}" presName="spaceRect" presStyleCnt="0"/>
      <dgm:spPr/>
    </dgm:pt>
    <dgm:pt modelId="{F1B56E16-E0E1-4043-A32C-661F56BD3853}" type="pres">
      <dgm:prSet presAssocID="{36130B1B-BA45-48E6-8187-613F978FB7DF}" presName="textRect" presStyleLbl="revTx" presStyleIdx="0" presStyleCnt="4">
        <dgm:presLayoutVars>
          <dgm:chMax val="1"/>
          <dgm:chPref val="1"/>
        </dgm:presLayoutVars>
      </dgm:prSet>
      <dgm:spPr/>
    </dgm:pt>
    <dgm:pt modelId="{98239F22-68D2-4DDB-80AC-205391E0412C}" type="pres">
      <dgm:prSet presAssocID="{5C460824-E04C-40CA-8070-E6CA84C6FF2B}" presName="sibTrans" presStyleCnt="0"/>
      <dgm:spPr/>
    </dgm:pt>
    <dgm:pt modelId="{6C67E742-CE34-42C7-8433-1CE3B712FDAB}" type="pres">
      <dgm:prSet presAssocID="{BF753236-0402-4286-9500-119D93630528}" presName="compNode" presStyleCnt="0"/>
      <dgm:spPr/>
    </dgm:pt>
    <dgm:pt modelId="{482C3237-0156-458F-9823-27B7575EE83F}" type="pres">
      <dgm:prSet presAssocID="{BF753236-0402-4286-9500-119D93630528}" presName="iconBgRect" presStyleLbl="bgShp" presStyleIdx="1" presStyleCnt="4"/>
      <dgm:spPr/>
    </dgm:pt>
    <dgm:pt modelId="{563AE7CC-B3DD-4181-B752-0EA6AAD57DF2}" type="pres">
      <dgm:prSet presAssocID="{BF753236-0402-4286-9500-119D9363052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4459E5-B17A-4E8C-A5B1-4582F2A44B45}" type="pres">
      <dgm:prSet presAssocID="{BF753236-0402-4286-9500-119D93630528}" presName="spaceRect" presStyleCnt="0"/>
      <dgm:spPr/>
    </dgm:pt>
    <dgm:pt modelId="{50878EEE-7517-4BCB-918A-2E97A801ABC0}" type="pres">
      <dgm:prSet presAssocID="{BF753236-0402-4286-9500-119D93630528}" presName="textRect" presStyleLbl="revTx" presStyleIdx="1" presStyleCnt="4">
        <dgm:presLayoutVars>
          <dgm:chMax val="1"/>
          <dgm:chPref val="1"/>
        </dgm:presLayoutVars>
      </dgm:prSet>
      <dgm:spPr/>
    </dgm:pt>
    <dgm:pt modelId="{17D6792B-8D43-497A-B877-A7693EE8C973}" type="pres">
      <dgm:prSet presAssocID="{810E2184-2548-4911-89CC-37855E5D84E7}" presName="sibTrans" presStyleCnt="0"/>
      <dgm:spPr/>
    </dgm:pt>
    <dgm:pt modelId="{4C2C9C32-9117-47F1-92A2-E9F162E08157}" type="pres">
      <dgm:prSet presAssocID="{A696E7A5-DE92-4098-8289-02BDA12B5097}" presName="compNode" presStyleCnt="0"/>
      <dgm:spPr/>
    </dgm:pt>
    <dgm:pt modelId="{6A14695F-9031-46FA-9D34-B4F3B93CFD74}" type="pres">
      <dgm:prSet presAssocID="{A696E7A5-DE92-4098-8289-02BDA12B5097}" presName="iconBgRect" presStyleLbl="bgShp" presStyleIdx="2" presStyleCnt="4"/>
      <dgm:spPr/>
    </dgm:pt>
    <dgm:pt modelId="{31D3D421-096C-47CC-8621-CDE22D277FB4}" type="pres">
      <dgm:prSet presAssocID="{A696E7A5-DE92-4098-8289-02BDA12B509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244A387-4A84-40FB-90B2-B11C2897D341}" type="pres">
      <dgm:prSet presAssocID="{A696E7A5-DE92-4098-8289-02BDA12B5097}" presName="spaceRect" presStyleCnt="0"/>
      <dgm:spPr/>
    </dgm:pt>
    <dgm:pt modelId="{4B6D5404-DB31-4EF1-AE1A-C013DCED910A}" type="pres">
      <dgm:prSet presAssocID="{A696E7A5-DE92-4098-8289-02BDA12B5097}" presName="textRect" presStyleLbl="revTx" presStyleIdx="2" presStyleCnt="4">
        <dgm:presLayoutVars>
          <dgm:chMax val="1"/>
          <dgm:chPref val="1"/>
        </dgm:presLayoutVars>
      </dgm:prSet>
      <dgm:spPr/>
    </dgm:pt>
    <dgm:pt modelId="{35AE8380-C983-4B8D-9F1F-A46984D08E91}" type="pres">
      <dgm:prSet presAssocID="{76614559-C504-487A-9A99-306D6CA85A42}" presName="sibTrans" presStyleCnt="0"/>
      <dgm:spPr/>
    </dgm:pt>
    <dgm:pt modelId="{BDA6E4C2-E836-4D00-99C1-4B4DF74EB9A7}" type="pres">
      <dgm:prSet presAssocID="{69D6778C-E7D6-49F2-BE41-B26DA2E570E6}" presName="compNode" presStyleCnt="0"/>
      <dgm:spPr/>
    </dgm:pt>
    <dgm:pt modelId="{05EE8B53-4E44-44D8-8CE4-7B6402AA4CC8}" type="pres">
      <dgm:prSet presAssocID="{69D6778C-E7D6-49F2-BE41-B26DA2E570E6}" presName="iconBgRect" presStyleLbl="bgShp" presStyleIdx="3" presStyleCnt="4"/>
      <dgm:spPr/>
    </dgm:pt>
    <dgm:pt modelId="{6C7E8097-9F26-4187-9417-863F18255D93}" type="pres">
      <dgm:prSet presAssocID="{69D6778C-E7D6-49F2-BE41-B26DA2E570E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A7D3CF55-B75F-4606-A077-7E1CEE9F359A}" type="pres">
      <dgm:prSet presAssocID="{69D6778C-E7D6-49F2-BE41-B26DA2E570E6}" presName="spaceRect" presStyleCnt="0"/>
      <dgm:spPr/>
    </dgm:pt>
    <dgm:pt modelId="{83920EF9-1132-41EB-83EF-CD03D0EE730F}" type="pres">
      <dgm:prSet presAssocID="{69D6778C-E7D6-49F2-BE41-B26DA2E570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67E4250-ECCB-435C-A992-66062C16D617}" type="presOf" srcId="{A696E7A5-DE92-4098-8289-02BDA12B5097}" destId="{4B6D5404-DB31-4EF1-AE1A-C013DCED910A}" srcOrd="0" destOrd="0" presId="urn:microsoft.com/office/officeart/2018/5/layout/IconCircleLabelList"/>
    <dgm:cxn modelId="{1BEE8F76-270C-4B8A-861C-6673517FF719}" srcId="{10D9AEBD-24CA-46B2-AA59-57FA09D48A5D}" destId="{BF753236-0402-4286-9500-119D93630528}" srcOrd="1" destOrd="0" parTransId="{89BBF7E1-222A-4922-9442-5147D1DC59B9}" sibTransId="{810E2184-2548-4911-89CC-37855E5D84E7}"/>
    <dgm:cxn modelId="{69258F7B-9C51-412D-BAA8-3B615DA362DB}" srcId="{10D9AEBD-24CA-46B2-AA59-57FA09D48A5D}" destId="{69D6778C-E7D6-49F2-BE41-B26DA2E570E6}" srcOrd="3" destOrd="0" parTransId="{DD91A612-F6F4-4267-A864-9DDFE1F5B2A6}" sibTransId="{E15C6A75-2793-401C-9BC6-3B7660C430D5}"/>
    <dgm:cxn modelId="{1574617D-7A59-4AEE-A098-9FABF46B8B34}" srcId="{10D9AEBD-24CA-46B2-AA59-57FA09D48A5D}" destId="{36130B1B-BA45-48E6-8187-613F978FB7DF}" srcOrd="0" destOrd="0" parTransId="{B28932D2-581B-49CE-B2BB-CDE4C8F2F49D}" sibTransId="{5C460824-E04C-40CA-8070-E6CA84C6FF2B}"/>
    <dgm:cxn modelId="{D51B9F8E-3477-42A1-9F93-372104F73EB0}" type="presOf" srcId="{36130B1B-BA45-48E6-8187-613F978FB7DF}" destId="{F1B56E16-E0E1-4043-A32C-661F56BD3853}" srcOrd="0" destOrd="0" presId="urn:microsoft.com/office/officeart/2018/5/layout/IconCircleLabelList"/>
    <dgm:cxn modelId="{86C12AAC-A18F-4DCE-836E-9EAFE7E8BA18}" type="presOf" srcId="{10D9AEBD-24CA-46B2-AA59-57FA09D48A5D}" destId="{88A82F75-1247-42B9-B92A-0E5CB743DD00}" srcOrd="0" destOrd="0" presId="urn:microsoft.com/office/officeart/2018/5/layout/IconCircleLabelList"/>
    <dgm:cxn modelId="{DE0E43C6-485E-4725-8257-E5487E21B670}" srcId="{10D9AEBD-24CA-46B2-AA59-57FA09D48A5D}" destId="{A696E7A5-DE92-4098-8289-02BDA12B5097}" srcOrd="2" destOrd="0" parTransId="{9849AD74-971B-40B6-AC17-22B8968A9BC0}" sibTransId="{76614559-C504-487A-9A99-306D6CA85A42}"/>
    <dgm:cxn modelId="{121035D1-0DB0-4CE6-B451-5D6EF9110523}" type="presOf" srcId="{69D6778C-E7D6-49F2-BE41-B26DA2E570E6}" destId="{83920EF9-1132-41EB-83EF-CD03D0EE730F}" srcOrd="0" destOrd="0" presId="urn:microsoft.com/office/officeart/2018/5/layout/IconCircleLabelList"/>
    <dgm:cxn modelId="{8D6D29FD-6AEE-48E9-B236-C5390F7AFC5E}" type="presOf" srcId="{BF753236-0402-4286-9500-119D93630528}" destId="{50878EEE-7517-4BCB-918A-2E97A801ABC0}" srcOrd="0" destOrd="0" presId="urn:microsoft.com/office/officeart/2018/5/layout/IconCircleLabelList"/>
    <dgm:cxn modelId="{6CFD7DBD-473D-45F0-A834-0352BDDE12F3}" type="presParOf" srcId="{88A82F75-1247-42B9-B92A-0E5CB743DD00}" destId="{129018BF-6676-439C-BD24-1E459FEA1782}" srcOrd="0" destOrd="0" presId="urn:microsoft.com/office/officeart/2018/5/layout/IconCircleLabelList"/>
    <dgm:cxn modelId="{CF626227-4D77-4369-BD41-B3C03B163CBC}" type="presParOf" srcId="{129018BF-6676-439C-BD24-1E459FEA1782}" destId="{72BBBC82-A7A3-4022-9C4A-2E0A4D388C95}" srcOrd="0" destOrd="0" presId="urn:microsoft.com/office/officeart/2018/5/layout/IconCircleLabelList"/>
    <dgm:cxn modelId="{C3BFC562-1CC4-48F0-877E-A1C1B98EC6AB}" type="presParOf" srcId="{129018BF-6676-439C-BD24-1E459FEA1782}" destId="{DA465412-B829-4E5B-B684-128D92E87A92}" srcOrd="1" destOrd="0" presId="urn:microsoft.com/office/officeart/2018/5/layout/IconCircleLabelList"/>
    <dgm:cxn modelId="{EEFB1D1A-8A5F-4D1E-8DAD-C4F0DE677F79}" type="presParOf" srcId="{129018BF-6676-439C-BD24-1E459FEA1782}" destId="{F5F21F40-1E9C-4902-8710-3201B267C607}" srcOrd="2" destOrd="0" presId="urn:microsoft.com/office/officeart/2018/5/layout/IconCircleLabelList"/>
    <dgm:cxn modelId="{D6FC8DB2-099C-48B1-A681-47E45EC0D35B}" type="presParOf" srcId="{129018BF-6676-439C-BD24-1E459FEA1782}" destId="{F1B56E16-E0E1-4043-A32C-661F56BD3853}" srcOrd="3" destOrd="0" presId="urn:microsoft.com/office/officeart/2018/5/layout/IconCircleLabelList"/>
    <dgm:cxn modelId="{00751473-A2AE-454B-97DB-55A67B4997FA}" type="presParOf" srcId="{88A82F75-1247-42B9-B92A-0E5CB743DD00}" destId="{98239F22-68D2-4DDB-80AC-205391E0412C}" srcOrd="1" destOrd="0" presId="urn:microsoft.com/office/officeart/2018/5/layout/IconCircleLabelList"/>
    <dgm:cxn modelId="{C7B80A84-C582-4F25-8CDB-455DBFD9C6D3}" type="presParOf" srcId="{88A82F75-1247-42B9-B92A-0E5CB743DD00}" destId="{6C67E742-CE34-42C7-8433-1CE3B712FDAB}" srcOrd="2" destOrd="0" presId="urn:microsoft.com/office/officeart/2018/5/layout/IconCircleLabelList"/>
    <dgm:cxn modelId="{F0764C4B-0BA2-4FCE-913B-C3C4C320FB52}" type="presParOf" srcId="{6C67E742-CE34-42C7-8433-1CE3B712FDAB}" destId="{482C3237-0156-458F-9823-27B7575EE83F}" srcOrd="0" destOrd="0" presId="urn:microsoft.com/office/officeart/2018/5/layout/IconCircleLabelList"/>
    <dgm:cxn modelId="{ED94EF36-CDF9-42BC-89C7-3E1BAE9C8FAC}" type="presParOf" srcId="{6C67E742-CE34-42C7-8433-1CE3B712FDAB}" destId="{563AE7CC-B3DD-4181-B752-0EA6AAD57DF2}" srcOrd="1" destOrd="0" presId="urn:microsoft.com/office/officeart/2018/5/layout/IconCircleLabelList"/>
    <dgm:cxn modelId="{85F7AB86-F7C2-4FE0-8949-B4515378B4A8}" type="presParOf" srcId="{6C67E742-CE34-42C7-8433-1CE3B712FDAB}" destId="{CD4459E5-B17A-4E8C-A5B1-4582F2A44B45}" srcOrd="2" destOrd="0" presId="urn:microsoft.com/office/officeart/2018/5/layout/IconCircleLabelList"/>
    <dgm:cxn modelId="{79F589C4-F0CA-437B-BEB5-6CE791528E12}" type="presParOf" srcId="{6C67E742-CE34-42C7-8433-1CE3B712FDAB}" destId="{50878EEE-7517-4BCB-918A-2E97A801ABC0}" srcOrd="3" destOrd="0" presId="urn:microsoft.com/office/officeart/2018/5/layout/IconCircleLabelList"/>
    <dgm:cxn modelId="{98BA0356-51B4-4B7C-B780-4C934C8403BF}" type="presParOf" srcId="{88A82F75-1247-42B9-B92A-0E5CB743DD00}" destId="{17D6792B-8D43-497A-B877-A7693EE8C973}" srcOrd="3" destOrd="0" presId="urn:microsoft.com/office/officeart/2018/5/layout/IconCircleLabelList"/>
    <dgm:cxn modelId="{CFF6001A-00FB-41CF-850C-453E43A2FEF7}" type="presParOf" srcId="{88A82F75-1247-42B9-B92A-0E5CB743DD00}" destId="{4C2C9C32-9117-47F1-92A2-E9F162E08157}" srcOrd="4" destOrd="0" presId="urn:microsoft.com/office/officeart/2018/5/layout/IconCircleLabelList"/>
    <dgm:cxn modelId="{85EBCD96-C641-489D-887C-EF08B874E9B1}" type="presParOf" srcId="{4C2C9C32-9117-47F1-92A2-E9F162E08157}" destId="{6A14695F-9031-46FA-9D34-B4F3B93CFD74}" srcOrd="0" destOrd="0" presId="urn:microsoft.com/office/officeart/2018/5/layout/IconCircleLabelList"/>
    <dgm:cxn modelId="{BCF6379D-24C3-4AFA-874A-A8A267F15333}" type="presParOf" srcId="{4C2C9C32-9117-47F1-92A2-E9F162E08157}" destId="{31D3D421-096C-47CC-8621-CDE22D277FB4}" srcOrd="1" destOrd="0" presId="urn:microsoft.com/office/officeart/2018/5/layout/IconCircleLabelList"/>
    <dgm:cxn modelId="{38693F55-338E-47AB-A9BD-921C8ABC2EA3}" type="presParOf" srcId="{4C2C9C32-9117-47F1-92A2-E9F162E08157}" destId="{6244A387-4A84-40FB-90B2-B11C2897D341}" srcOrd="2" destOrd="0" presId="urn:microsoft.com/office/officeart/2018/5/layout/IconCircleLabelList"/>
    <dgm:cxn modelId="{C20FE986-B9FA-452A-B415-65FB7E1301BC}" type="presParOf" srcId="{4C2C9C32-9117-47F1-92A2-E9F162E08157}" destId="{4B6D5404-DB31-4EF1-AE1A-C013DCED910A}" srcOrd="3" destOrd="0" presId="urn:microsoft.com/office/officeart/2018/5/layout/IconCircleLabelList"/>
    <dgm:cxn modelId="{07A6B00E-4222-4A87-BCE3-F93A4DB673DF}" type="presParOf" srcId="{88A82F75-1247-42B9-B92A-0E5CB743DD00}" destId="{35AE8380-C983-4B8D-9F1F-A46984D08E91}" srcOrd="5" destOrd="0" presId="urn:microsoft.com/office/officeart/2018/5/layout/IconCircleLabelList"/>
    <dgm:cxn modelId="{40479027-03EB-4B03-8A55-65954090D07E}" type="presParOf" srcId="{88A82F75-1247-42B9-B92A-0E5CB743DD00}" destId="{BDA6E4C2-E836-4D00-99C1-4B4DF74EB9A7}" srcOrd="6" destOrd="0" presId="urn:microsoft.com/office/officeart/2018/5/layout/IconCircleLabelList"/>
    <dgm:cxn modelId="{B877A132-AE70-45FE-806E-EFFF43C5B741}" type="presParOf" srcId="{BDA6E4C2-E836-4D00-99C1-4B4DF74EB9A7}" destId="{05EE8B53-4E44-44D8-8CE4-7B6402AA4CC8}" srcOrd="0" destOrd="0" presId="urn:microsoft.com/office/officeart/2018/5/layout/IconCircleLabelList"/>
    <dgm:cxn modelId="{ED8FAF0B-8149-45F4-B91C-34DD0E02E44A}" type="presParOf" srcId="{BDA6E4C2-E836-4D00-99C1-4B4DF74EB9A7}" destId="{6C7E8097-9F26-4187-9417-863F18255D93}" srcOrd="1" destOrd="0" presId="urn:microsoft.com/office/officeart/2018/5/layout/IconCircleLabelList"/>
    <dgm:cxn modelId="{F0D8F739-76CF-4739-ADDE-29E650D6C1FD}" type="presParOf" srcId="{BDA6E4C2-E836-4D00-99C1-4B4DF74EB9A7}" destId="{A7D3CF55-B75F-4606-A077-7E1CEE9F359A}" srcOrd="2" destOrd="0" presId="urn:microsoft.com/office/officeart/2018/5/layout/IconCircleLabelList"/>
    <dgm:cxn modelId="{B902F2DB-A8F4-4EF2-A3BE-C413D941A7FF}" type="presParOf" srcId="{BDA6E4C2-E836-4D00-99C1-4B4DF74EB9A7}" destId="{83920EF9-1132-41EB-83EF-CD03D0EE730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6A7EF6A-9440-49DE-80CF-4F4129C1F29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E69861-1DFF-4E45-8EF7-3DFFDA5E1C53}">
      <dgm:prSet/>
      <dgm:spPr/>
      <dgm:t>
        <a:bodyPr/>
        <a:lstStyle/>
        <a:p>
          <a:r>
            <a:rPr lang="en-US"/>
            <a:t>Ethics as compass for statutory interventions</a:t>
          </a:r>
        </a:p>
      </dgm:t>
    </dgm:pt>
    <dgm:pt modelId="{616BD024-7275-4062-B461-2B1EE3F6780A}" type="parTrans" cxnId="{18340F39-752F-4D4C-9A2A-B59AC4584067}">
      <dgm:prSet/>
      <dgm:spPr/>
      <dgm:t>
        <a:bodyPr/>
        <a:lstStyle/>
        <a:p>
          <a:endParaRPr lang="en-US"/>
        </a:p>
      </dgm:t>
    </dgm:pt>
    <dgm:pt modelId="{0497C4E3-A783-4A2D-B04F-90E5EA6BB5F1}" type="sibTrans" cxnId="{18340F39-752F-4D4C-9A2A-B59AC4584067}">
      <dgm:prSet/>
      <dgm:spPr/>
      <dgm:t>
        <a:bodyPr/>
        <a:lstStyle/>
        <a:p>
          <a:endParaRPr lang="en-US"/>
        </a:p>
      </dgm:t>
    </dgm:pt>
    <dgm:pt modelId="{46AD707A-5BBD-4FD9-AD3B-1B1DF9F49BCF}">
      <dgm:prSet/>
      <dgm:spPr/>
      <dgm:t>
        <a:bodyPr/>
        <a:lstStyle/>
        <a:p>
          <a:r>
            <a:rPr lang="en-US"/>
            <a:t>Integration of prevention and cure as statutory responsibility</a:t>
          </a:r>
        </a:p>
      </dgm:t>
    </dgm:pt>
    <dgm:pt modelId="{220B6B84-18BE-4EBE-9207-3D5E5B0AACCA}" type="parTrans" cxnId="{B133330B-487F-4940-9F4A-2C930F6E873E}">
      <dgm:prSet/>
      <dgm:spPr/>
      <dgm:t>
        <a:bodyPr/>
        <a:lstStyle/>
        <a:p>
          <a:endParaRPr lang="en-US"/>
        </a:p>
      </dgm:t>
    </dgm:pt>
    <dgm:pt modelId="{9753D090-EF72-4971-ACA8-30AE1B7F39AA}" type="sibTrans" cxnId="{B133330B-487F-4940-9F4A-2C930F6E873E}">
      <dgm:prSet/>
      <dgm:spPr/>
      <dgm:t>
        <a:bodyPr/>
        <a:lstStyle/>
        <a:p>
          <a:endParaRPr lang="en-US"/>
        </a:p>
      </dgm:t>
    </dgm:pt>
    <dgm:pt modelId="{A35E1E88-CE8F-4E9D-B4C0-0D0A3FFF9EBB}">
      <dgm:prSet/>
      <dgm:spPr/>
      <dgm:t>
        <a:bodyPr/>
        <a:lstStyle/>
        <a:p>
          <a:r>
            <a:rPr lang="en-US"/>
            <a:t>Call to action: uphold dignity, justice, holistic care</a:t>
          </a:r>
        </a:p>
      </dgm:t>
    </dgm:pt>
    <dgm:pt modelId="{8CFECAC3-FD1D-49DD-BEDE-F3D06EC1F39E}" type="parTrans" cxnId="{E6D8BA73-1A18-45D2-96AA-9A2104A60A07}">
      <dgm:prSet/>
      <dgm:spPr/>
      <dgm:t>
        <a:bodyPr/>
        <a:lstStyle/>
        <a:p>
          <a:endParaRPr lang="en-US"/>
        </a:p>
      </dgm:t>
    </dgm:pt>
    <dgm:pt modelId="{6528E0D6-62D1-4089-8088-9028712B7263}" type="sibTrans" cxnId="{E6D8BA73-1A18-45D2-96AA-9A2104A60A07}">
      <dgm:prSet/>
      <dgm:spPr/>
      <dgm:t>
        <a:bodyPr/>
        <a:lstStyle/>
        <a:p>
          <a:endParaRPr lang="en-US"/>
        </a:p>
      </dgm:t>
    </dgm:pt>
    <dgm:pt modelId="{2267BE1B-4B79-40B4-8C87-3E8AAAAA4259}" type="pres">
      <dgm:prSet presAssocID="{86A7EF6A-9440-49DE-80CF-4F4129C1F290}" presName="root" presStyleCnt="0">
        <dgm:presLayoutVars>
          <dgm:dir/>
          <dgm:resizeHandles val="exact"/>
        </dgm:presLayoutVars>
      </dgm:prSet>
      <dgm:spPr/>
    </dgm:pt>
    <dgm:pt modelId="{62314645-DF17-4367-9BF1-22A59FADC5FF}" type="pres">
      <dgm:prSet presAssocID="{82E69861-1DFF-4E45-8EF7-3DFFDA5E1C53}" presName="compNode" presStyleCnt="0"/>
      <dgm:spPr/>
    </dgm:pt>
    <dgm:pt modelId="{F73A458E-31F9-422B-A669-6E91466FFEC7}" type="pres">
      <dgm:prSet presAssocID="{82E69861-1DFF-4E45-8EF7-3DFFDA5E1C5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250B82EC-543F-4145-8F33-C4202896493A}" type="pres">
      <dgm:prSet presAssocID="{82E69861-1DFF-4E45-8EF7-3DFFDA5E1C53}" presName="spaceRect" presStyleCnt="0"/>
      <dgm:spPr/>
    </dgm:pt>
    <dgm:pt modelId="{DA983BB6-B7FA-49BC-B78A-EB03B8E0D1B3}" type="pres">
      <dgm:prSet presAssocID="{82E69861-1DFF-4E45-8EF7-3DFFDA5E1C53}" presName="textRect" presStyleLbl="revTx" presStyleIdx="0" presStyleCnt="3">
        <dgm:presLayoutVars>
          <dgm:chMax val="1"/>
          <dgm:chPref val="1"/>
        </dgm:presLayoutVars>
      </dgm:prSet>
      <dgm:spPr/>
    </dgm:pt>
    <dgm:pt modelId="{961F7782-4781-407D-BABF-41BD6F0F4DAD}" type="pres">
      <dgm:prSet presAssocID="{0497C4E3-A783-4A2D-B04F-90E5EA6BB5F1}" presName="sibTrans" presStyleCnt="0"/>
      <dgm:spPr/>
    </dgm:pt>
    <dgm:pt modelId="{DE4EB5CC-E4E6-4DF8-BCDE-88A88F8560A9}" type="pres">
      <dgm:prSet presAssocID="{46AD707A-5BBD-4FD9-AD3B-1B1DF9F49BCF}" presName="compNode" presStyleCnt="0"/>
      <dgm:spPr/>
    </dgm:pt>
    <dgm:pt modelId="{5B729419-A497-4264-BE26-26A3A55FB7E2}" type="pres">
      <dgm:prSet presAssocID="{46AD707A-5BBD-4FD9-AD3B-1B1DF9F49BC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07F9976E-D42E-4F69-A7C4-CA4D73B8E587}" type="pres">
      <dgm:prSet presAssocID="{46AD707A-5BBD-4FD9-AD3B-1B1DF9F49BCF}" presName="spaceRect" presStyleCnt="0"/>
      <dgm:spPr/>
    </dgm:pt>
    <dgm:pt modelId="{FB33D2BB-3F0F-45F3-9E27-C357A01898B4}" type="pres">
      <dgm:prSet presAssocID="{46AD707A-5BBD-4FD9-AD3B-1B1DF9F49BCF}" presName="textRect" presStyleLbl="revTx" presStyleIdx="1" presStyleCnt="3">
        <dgm:presLayoutVars>
          <dgm:chMax val="1"/>
          <dgm:chPref val="1"/>
        </dgm:presLayoutVars>
      </dgm:prSet>
      <dgm:spPr/>
    </dgm:pt>
    <dgm:pt modelId="{2C6257E5-76CA-4316-BE09-2721FC94856E}" type="pres">
      <dgm:prSet presAssocID="{9753D090-EF72-4971-ACA8-30AE1B7F39AA}" presName="sibTrans" presStyleCnt="0"/>
      <dgm:spPr/>
    </dgm:pt>
    <dgm:pt modelId="{03EB3E1B-FFED-43A4-89BB-FA276465905D}" type="pres">
      <dgm:prSet presAssocID="{A35E1E88-CE8F-4E9D-B4C0-0D0A3FFF9EBB}" presName="compNode" presStyleCnt="0"/>
      <dgm:spPr/>
    </dgm:pt>
    <dgm:pt modelId="{55BF929A-611A-499D-9291-6047FDC89CED}" type="pres">
      <dgm:prSet presAssocID="{A35E1E88-CE8F-4E9D-B4C0-0D0A3FFF9EB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C56E0E6-CB9B-496B-A417-C08E192887DB}" type="pres">
      <dgm:prSet presAssocID="{A35E1E88-CE8F-4E9D-B4C0-0D0A3FFF9EBB}" presName="spaceRect" presStyleCnt="0"/>
      <dgm:spPr/>
    </dgm:pt>
    <dgm:pt modelId="{937DEE2B-7D8D-4DF6-BACA-EC8CA9F07C54}" type="pres">
      <dgm:prSet presAssocID="{A35E1E88-CE8F-4E9D-B4C0-0D0A3FFF9EB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133330B-487F-4940-9F4A-2C930F6E873E}" srcId="{86A7EF6A-9440-49DE-80CF-4F4129C1F290}" destId="{46AD707A-5BBD-4FD9-AD3B-1B1DF9F49BCF}" srcOrd="1" destOrd="0" parTransId="{220B6B84-18BE-4EBE-9207-3D5E5B0AACCA}" sibTransId="{9753D090-EF72-4971-ACA8-30AE1B7F39AA}"/>
    <dgm:cxn modelId="{18340F39-752F-4D4C-9A2A-B59AC4584067}" srcId="{86A7EF6A-9440-49DE-80CF-4F4129C1F290}" destId="{82E69861-1DFF-4E45-8EF7-3DFFDA5E1C53}" srcOrd="0" destOrd="0" parTransId="{616BD024-7275-4062-B461-2B1EE3F6780A}" sibTransId="{0497C4E3-A783-4A2D-B04F-90E5EA6BB5F1}"/>
    <dgm:cxn modelId="{30157F3E-904D-40C5-BD30-BE3EA65B03AA}" type="presOf" srcId="{86A7EF6A-9440-49DE-80CF-4F4129C1F290}" destId="{2267BE1B-4B79-40B4-8C87-3E8AAAAA4259}" srcOrd="0" destOrd="0" presId="urn:microsoft.com/office/officeart/2018/2/layout/IconLabelList"/>
    <dgm:cxn modelId="{3481905B-B94F-4937-9DAE-2E2DEAC44886}" type="presOf" srcId="{A35E1E88-CE8F-4E9D-B4C0-0D0A3FFF9EBB}" destId="{937DEE2B-7D8D-4DF6-BACA-EC8CA9F07C54}" srcOrd="0" destOrd="0" presId="urn:microsoft.com/office/officeart/2018/2/layout/IconLabelList"/>
    <dgm:cxn modelId="{E6D8BA73-1A18-45D2-96AA-9A2104A60A07}" srcId="{86A7EF6A-9440-49DE-80CF-4F4129C1F290}" destId="{A35E1E88-CE8F-4E9D-B4C0-0D0A3FFF9EBB}" srcOrd="2" destOrd="0" parTransId="{8CFECAC3-FD1D-49DD-BEDE-F3D06EC1F39E}" sibTransId="{6528E0D6-62D1-4089-8088-9028712B7263}"/>
    <dgm:cxn modelId="{FE2C0DC5-0783-4E49-B73A-D82D2F30FE4B}" type="presOf" srcId="{82E69861-1DFF-4E45-8EF7-3DFFDA5E1C53}" destId="{DA983BB6-B7FA-49BC-B78A-EB03B8E0D1B3}" srcOrd="0" destOrd="0" presId="urn:microsoft.com/office/officeart/2018/2/layout/IconLabelList"/>
    <dgm:cxn modelId="{160C0ECB-6FBA-4035-B328-2552507495E0}" type="presOf" srcId="{46AD707A-5BBD-4FD9-AD3B-1B1DF9F49BCF}" destId="{FB33D2BB-3F0F-45F3-9E27-C357A01898B4}" srcOrd="0" destOrd="0" presId="urn:microsoft.com/office/officeart/2018/2/layout/IconLabelList"/>
    <dgm:cxn modelId="{29722357-E069-47F0-BDE9-26442810ED89}" type="presParOf" srcId="{2267BE1B-4B79-40B4-8C87-3E8AAAAA4259}" destId="{62314645-DF17-4367-9BF1-22A59FADC5FF}" srcOrd="0" destOrd="0" presId="urn:microsoft.com/office/officeart/2018/2/layout/IconLabelList"/>
    <dgm:cxn modelId="{FCB4083A-E47E-4B6B-9FBC-9F0E23BA6C78}" type="presParOf" srcId="{62314645-DF17-4367-9BF1-22A59FADC5FF}" destId="{F73A458E-31F9-422B-A669-6E91466FFEC7}" srcOrd="0" destOrd="0" presId="urn:microsoft.com/office/officeart/2018/2/layout/IconLabelList"/>
    <dgm:cxn modelId="{7CC56259-370D-4FF4-A457-3C37546839D4}" type="presParOf" srcId="{62314645-DF17-4367-9BF1-22A59FADC5FF}" destId="{250B82EC-543F-4145-8F33-C4202896493A}" srcOrd="1" destOrd="0" presId="urn:microsoft.com/office/officeart/2018/2/layout/IconLabelList"/>
    <dgm:cxn modelId="{9336C3EB-B570-410C-AEF8-EA1B0C14BF8C}" type="presParOf" srcId="{62314645-DF17-4367-9BF1-22A59FADC5FF}" destId="{DA983BB6-B7FA-49BC-B78A-EB03B8E0D1B3}" srcOrd="2" destOrd="0" presId="urn:microsoft.com/office/officeart/2018/2/layout/IconLabelList"/>
    <dgm:cxn modelId="{BC061ED6-703F-4E47-BECB-DD3BDB480D21}" type="presParOf" srcId="{2267BE1B-4B79-40B4-8C87-3E8AAAAA4259}" destId="{961F7782-4781-407D-BABF-41BD6F0F4DAD}" srcOrd="1" destOrd="0" presId="urn:microsoft.com/office/officeart/2018/2/layout/IconLabelList"/>
    <dgm:cxn modelId="{CF8918C8-9DDC-4C79-88DE-02723959F1B2}" type="presParOf" srcId="{2267BE1B-4B79-40B4-8C87-3E8AAAAA4259}" destId="{DE4EB5CC-E4E6-4DF8-BCDE-88A88F8560A9}" srcOrd="2" destOrd="0" presId="urn:microsoft.com/office/officeart/2018/2/layout/IconLabelList"/>
    <dgm:cxn modelId="{F51FA445-583F-4171-8E89-ADA308692B65}" type="presParOf" srcId="{DE4EB5CC-E4E6-4DF8-BCDE-88A88F8560A9}" destId="{5B729419-A497-4264-BE26-26A3A55FB7E2}" srcOrd="0" destOrd="0" presId="urn:microsoft.com/office/officeart/2018/2/layout/IconLabelList"/>
    <dgm:cxn modelId="{11D3FF59-A972-4DDD-92B1-664249F17853}" type="presParOf" srcId="{DE4EB5CC-E4E6-4DF8-BCDE-88A88F8560A9}" destId="{07F9976E-D42E-4F69-A7C4-CA4D73B8E587}" srcOrd="1" destOrd="0" presId="urn:microsoft.com/office/officeart/2018/2/layout/IconLabelList"/>
    <dgm:cxn modelId="{2AE7E2E2-6045-4715-A2F1-1325EA00EF81}" type="presParOf" srcId="{DE4EB5CC-E4E6-4DF8-BCDE-88A88F8560A9}" destId="{FB33D2BB-3F0F-45F3-9E27-C357A01898B4}" srcOrd="2" destOrd="0" presId="urn:microsoft.com/office/officeart/2018/2/layout/IconLabelList"/>
    <dgm:cxn modelId="{61438C96-5057-4B1E-804E-0D6CE1C2F589}" type="presParOf" srcId="{2267BE1B-4B79-40B4-8C87-3E8AAAAA4259}" destId="{2C6257E5-76CA-4316-BE09-2721FC94856E}" srcOrd="3" destOrd="0" presId="urn:microsoft.com/office/officeart/2018/2/layout/IconLabelList"/>
    <dgm:cxn modelId="{509EAC67-14BD-4562-87F8-1D4FD08D061A}" type="presParOf" srcId="{2267BE1B-4B79-40B4-8C87-3E8AAAAA4259}" destId="{03EB3E1B-FFED-43A4-89BB-FA276465905D}" srcOrd="4" destOrd="0" presId="urn:microsoft.com/office/officeart/2018/2/layout/IconLabelList"/>
    <dgm:cxn modelId="{6FD3728A-CB29-410D-9DC3-1D3513FF3B8D}" type="presParOf" srcId="{03EB3E1B-FFED-43A4-89BB-FA276465905D}" destId="{55BF929A-611A-499D-9291-6047FDC89CED}" srcOrd="0" destOrd="0" presId="urn:microsoft.com/office/officeart/2018/2/layout/IconLabelList"/>
    <dgm:cxn modelId="{CA89A6E4-5F1F-4B64-953E-E97CC317000D}" type="presParOf" srcId="{03EB3E1B-FFED-43A4-89BB-FA276465905D}" destId="{0C56E0E6-CB9B-496B-A417-C08E192887DB}" srcOrd="1" destOrd="0" presId="urn:microsoft.com/office/officeart/2018/2/layout/IconLabelList"/>
    <dgm:cxn modelId="{E69C1190-9EA9-48D5-BC51-C790531FF78D}" type="presParOf" srcId="{03EB3E1B-FFED-43A4-89BB-FA276465905D}" destId="{937DEE2B-7D8D-4DF6-BACA-EC8CA9F07C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67B5A3D-4381-4515-B165-7158F33C7A2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16987F-0248-461A-BAB9-46F5B442C138}">
      <dgm:prSet/>
      <dgm:spPr/>
      <dgm:t>
        <a:bodyPr/>
        <a:lstStyle/>
        <a:p>
          <a:r>
            <a:rPr lang="en-US"/>
            <a:t>Thank you</a:t>
          </a:r>
        </a:p>
      </dgm:t>
    </dgm:pt>
    <dgm:pt modelId="{E92AF014-D832-462C-A3E3-2786A1B6FDC4}" type="parTrans" cxnId="{55097670-8E61-4779-A8E0-8EAD825ED670}">
      <dgm:prSet/>
      <dgm:spPr/>
      <dgm:t>
        <a:bodyPr/>
        <a:lstStyle/>
        <a:p>
          <a:endParaRPr lang="en-US"/>
        </a:p>
      </dgm:t>
    </dgm:pt>
    <dgm:pt modelId="{BF1D87E8-FD72-4AEC-9899-E571EFB48094}" type="sibTrans" cxnId="{55097670-8E61-4779-A8E0-8EAD825ED670}">
      <dgm:prSet/>
      <dgm:spPr/>
      <dgm:t>
        <a:bodyPr/>
        <a:lstStyle/>
        <a:p>
          <a:endParaRPr lang="en-US"/>
        </a:p>
      </dgm:t>
    </dgm:pt>
    <dgm:pt modelId="{73A31BC2-5DB2-4AEE-A195-D3F46E894844}">
      <dgm:prSet/>
      <dgm:spPr/>
      <dgm:t>
        <a:bodyPr/>
        <a:lstStyle/>
        <a:p>
          <a:r>
            <a:rPr lang="en-US" dirty="0"/>
            <a:t>Contact: [Phumzykub@gmail.com</a:t>
          </a:r>
        </a:p>
        <a:p>
          <a:r>
            <a:rPr lang="en-US" dirty="0"/>
            <a:t>0735122642]</a:t>
          </a:r>
        </a:p>
      </dgm:t>
    </dgm:pt>
    <dgm:pt modelId="{E61FEF48-C8EF-48D8-A637-1530B8EA01EB}" type="parTrans" cxnId="{EE637788-F58A-4923-BC2C-973F7C4C8338}">
      <dgm:prSet/>
      <dgm:spPr/>
      <dgm:t>
        <a:bodyPr/>
        <a:lstStyle/>
        <a:p>
          <a:endParaRPr lang="en-US"/>
        </a:p>
      </dgm:t>
    </dgm:pt>
    <dgm:pt modelId="{A9876168-540B-4A3B-BE93-A93FD43222BE}" type="sibTrans" cxnId="{EE637788-F58A-4923-BC2C-973F7C4C8338}">
      <dgm:prSet/>
      <dgm:spPr/>
      <dgm:t>
        <a:bodyPr/>
        <a:lstStyle/>
        <a:p>
          <a:endParaRPr lang="en-US"/>
        </a:p>
      </dgm:t>
    </dgm:pt>
    <dgm:pt modelId="{C4A6FEE3-B27E-45B5-9BEB-BE85ED5CFA49}" type="pres">
      <dgm:prSet presAssocID="{167B5A3D-4381-4515-B165-7158F33C7A21}" presName="root" presStyleCnt="0">
        <dgm:presLayoutVars>
          <dgm:dir/>
          <dgm:resizeHandles val="exact"/>
        </dgm:presLayoutVars>
      </dgm:prSet>
      <dgm:spPr/>
    </dgm:pt>
    <dgm:pt modelId="{06E28AEE-ADE3-4692-838F-3FB96787C35B}" type="pres">
      <dgm:prSet presAssocID="{E916987F-0248-461A-BAB9-46F5B442C138}" presName="compNode" presStyleCnt="0"/>
      <dgm:spPr/>
    </dgm:pt>
    <dgm:pt modelId="{08D75963-6B38-4091-BD54-997FE7C9A2B0}" type="pres">
      <dgm:prSet presAssocID="{E916987F-0248-461A-BAB9-46F5B442C13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9BC2AF78-AB83-4220-A4B7-30CD63B20243}" type="pres">
      <dgm:prSet presAssocID="{E916987F-0248-461A-BAB9-46F5B442C138}" presName="spaceRect" presStyleCnt="0"/>
      <dgm:spPr/>
    </dgm:pt>
    <dgm:pt modelId="{7D55E46C-F0A1-4BB8-A43F-7A82BA12F7DB}" type="pres">
      <dgm:prSet presAssocID="{E916987F-0248-461A-BAB9-46F5B442C138}" presName="textRect" presStyleLbl="revTx" presStyleIdx="0" presStyleCnt="2">
        <dgm:presLayoutVars>
          <dgm:chMax val="1"/>
          <dgm:chPref val="1"/>
        </dgm:presLayoutVars>
      </dgm:prSet>
      <dgm:spPr/>
    </dgm:pt>
    <dgm:pt modelId="{41270911-8D83-4C06-86A6-AAC7847D499A}" type="pres">
      <dgm:prSet presAssocID="{BF1D87E8-FD72-4AEC-9899-E571EFB48094}" presName="sibTrans" presStyleCnt="0"/>
      <dgm:spPr/>
    </dgm:pt>
    <dgm:pt modelId="{98069813-31E1-447C-8235-F97E85217836}" type="pres">
      <dgm:prSet presAssocID="{73A31BC2-5DB2-4AEE-A195-D3F46E894844}" presName="compNode" presStyleCnt="0"/>
      <dgm:spPr/>
    </dgm:pt>
    <dgm:pt modelId="{F2700300-EC99-4677-8669-7D40099D3914}" type="pres">
      <dgm:prSet presAssocID="{73A31BC2-5DB2-4AEE-A195-D3F46E89484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731392B2-9461-4A0A-A333-2A9ABDCD1606}" type="pres">
      <dgm:prSet presAssocID="{73A31BC2-5DB2-4AEE-A195-D3F46E894844}" presName="spaceRect" presStyleCnt="0"/>
      <dgm:spPr/>
    </dgm:pt>
    <dgm:pt modelId="{964068E8-D6D6-42AA-B4A1-C66153C6F85A}" type="pres">
      <dgm:prSet presAssocID="{73A31BC2-5DB2-4AEE-A195-D3F46E89484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937280B-8A9E-4D08-AC46-1617B215CD77}" type="presOf" srcId="{167B5A3D-4381-4515-B165-7158F33C7A21}" destId="{C4A6FEE3-B27E-45B5-9BEB-BE85ED5CFA49}" srcOrd="0" destOrd="0" presId="urn:microsoft.com/office/officeart/2018/2/layout/IconLabelList"/>
    <dgm:cxn modelId="{DEFB0024-7A89-4D56-8A7A-FBB1D84FDBCF}" type="presOf" srcId="{73A31BC2-5DB2-4AEE-A195-D3F46E894844}" destId="{964068E8-D6D6-42AA-B4A1-C66153C6F85A}" srcOrd="0" destOrd="0" presId="urn:microsoft.com/office/officeart/2018/2/layout/IconLabelList"/>
    <dgm:cxn modelId="{55097670-8E61-4779-A8E0-8EAD825ED670}" srcId="{167B5A3D-4381-4515-B165-7158F33C7A21}" destId="{E916987F-0248-461A-BAB9-46F5B442C138}" srcOrd="0" destOrd="0" parTransId="{E92AF014-D832-462C-A3E3-2786A1B6FDC4}" sibTransId="{BF1D87E8-FD72-4AEC-9899-E571EFB48094}"/>
    <dgm:cxn modelId="{EE637788-F58A-4923-BC2C-973F7C4C8338}" srcId="{167B5A3D-4381-4515-B165-7158F33C7A21}" destId="{73A31BC2-5DB2-4AEE-A195-D3F46E894844}" srcOrd="1" destOrd="0" parTransId="{E61FEF48-C8EF-48D8-A637-1530B8EA01EB}" sibTransId="{A9876168-540B-4A3B-BE93-A93FD43222BE}"/>
    <dgm:cxn modelId="{BA5589DC-DAF4-4432-9E26-0F95CF2F1BEB}" type="presOf" srcId="{E916987F-0248-461A-BAB9-46F5B442C138}" destId="{7D55E46C-F0A1-4BB8-A43F-7A82BA12F7DB}" srcOrd="0" destOrd="0" presId="urn:microsoft.com/office/officeart/2018/2/layout/IconLabelList"/>
    <dgm:cxn modelId="{7012BEB9-7EA6-4222-97C6-9DBDD79A2E8A}" type="presParOf" srcId="{C4A6FEE3-B27E-45B5-9BEB-BE85ED5CFA49}" destId="{06E28AEE-ADE3-4692-838F-3FB96787C35B}" srcOrd="0" destOrd="0" presId="urn:microsoft.com/office/officeart/2018/2/layout/IconLabelList"/>
    <dgm:cxn modelId="{5C2C1CCA-F6B5-4CF6-82F6-10142FDD1D8D}" type="presParOf" srcId="{06E28AEE-ADE3-4692-838F-3FB96787C35B}" destId="{08D75963-6B38-4091-BD54-997FE7C9A2B0}" srcOrd="0" destOrd="0" presId="urn:microsoft.com/office/officeart/2018/2/layout/IconLabelList"/>
    <dgm:cxn modelId="{57E03857-477B-45F2-BF3F-AE6129064420}" type="presParOf" srcId="{06E28AEE-ADE3-4692-838F-3FB96787C35B}" destId="{9BC2AF78-AB83-4220-A4B7-30CD63B20243}" srcOrd="1" destOrd="0" presId="urn:microsoft.com/office/officeart/2018/2/layout/IconLabelList"/>
    <dgm:cxn modelId="{5D9F4B1F-76D0-4606-858F-D191B322FF43}" type="presParOf" srcId="{06E28AEE-ADE3-4692-838F-3FB96787C35B}" destId="{7D55E46C-F0A1-4BB8-A43F-7A82BA12F7DB}" srcOrd="2" destOrd="0" presId="urn:microsoft.com/office/officeart/2018/2/layout/IconLabelList"/>
    <dgm:cxn modelId="{6ED2B5C7-043A-4D06-A435-CA76A835B3D1}" type="presParOf" srcId="{C4A6FEE3-B27E-45B5-9BEB-BE85ED5CFA49}" destId="{41270911-8D83-4C06-86A6-AAC7847D499A}" srcOrd="1" destOrd="0" presId="urn:microsoft.com/office/officeart/2018/2/layout/IconLabelList"/>
    <dgm:cxn modelId="{49816C8A-1F02-46CA-AAD2-DF17B9E5BC2B}" type="presParOf" srcId="{C4A6FEE3-B27E-45B5-9BEB-BE85ED5CFA49}" destId="{98069813-31E1-447C-8235-F97E85217836}" srcOrd="2" destOrd="0" presId="urn:microsoft.com/office/officeart/2018/2/layout/IconLabelList"/>
    <dgm:cxn modelId="{6FBC4F7E-CA24-4E3B-8572-A40F66E89E78}" type="presParOf" srcId="{98069813-31E1-447C-8235-F97E85217836}" destId="{F2700300-EC99-4677-8669-7D40099D3914}" srcOrd="0" destOrd="0" presId="urn:microsoft.com/office/officeart/2018/2/layout/IconLabelList"/>
    <dgm:cxn modelId="{C8EAC0F2-F55F-4255-A131-666EB760E131}" type="presParOf" srcId="{98069813-31E1-447C-8235-F97E85217836}" destId="{731392B2-9461-4A0A-A333-2A9ABDCD1606}" srcOrd="1" destOrd="0" presId="urn:microsoft.com/office/officeart/2018/2/layout/IconLabelList"/>
    <dgm:cxn modelId="{45454D89-D791-46AB-B64B-A6624A4D9D86}" type="presParOf" srcId="{98069813-31E1-447C-8235-F97E85217836}" destId="{964068E8-D6D6-42AA-B4A1-C66153C6F85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BA6C8-590C-43D7-ABD0-8F63C0CF077D}">
      <dsp:nvSpPr>
        <dsp:cNvPr id="0" name=""/>
        <dsp:cNvSpPr/>
      </dsp:nvSpPr>
      <dsp:spPr>
        <a:xfrm>
          <a:off x="0" y="32790"/>
          <a:ext cx="6627078" cy="4914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Presenter: </a:t>
          </a:r>
          <a:r>
            <a:rPr lang="en-US" sz="5000" kern="1200" dirty="0"/>
            <a:t>[PHUMZILE KUBAYI ], Statutory Social Worker – Department of Social Development</a:t>
          </a:r>
        </a:p>
      </dsp:txBody>
      <dsp:txXfrm>
        <a:off x="239882" y="272672"/>
        <a:ext cx="6147314" cy="4434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5F7C46-2FF5-440A-A352-063666B09913}">
      <dsp:nvSpPr>
        <dsp:cNvPr id="0" name=""/>
        <dsp:cNvSpPr/>
      </dsp:nvSpPr>
      <dsp:spPr>
        <a:xfrm>
          <a:off x="0" y="809181"/>
          <a:ext cx="6627078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FA015-17F0-46C0-A940-9D3FA197F0DA}">
      <dsp:nvSpPr>
        <dsp:cNvPr id="0" name=""/>
        <dsp:cNvSpPr/>
      </dsp:nvSpPr>
      <dsp:spPr>
        <a:xfrm>
          <a:off x="451896" y="1145303"/>
          <a:ext cx="821630" cy="821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B5C95-6566-4EB8-9FB7-A7CF585CF5BB}">
      <dsp:nvSpPr>
        <dsp:cNvPr id="0" name=""/>
        <dsp:cNvSpPr/>
      </dsp:nvSpPr>
      <dsp:spPr>
        <a:xfrm>
          <a:off x="1725424" y="809181"/>
          <a:ext cx="4901653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Importance of ethics in statutory social work</a:t>
          </a:r>
        </a:p>
      </dsp:txBody>
      <dsp:txXfrm>
        <a:off x="1725424" y="809181"/>
        <a:ext cx="4901653" cy="1493874"/>
      </dsp:txXfrm>
    </dsp:sp>
    <dsp:sp modelId="{6328DACC-CFF4-41DB-868B-A0F42A9520DF}">
      <dsp:nvSpPr>
        <dsp:cNvPr id="0" name=""/>
        <dsp:cNvSpPr/>
      </dsp:nvSpPr>
      <dsp:spPr>
        <a:xfrm>
          <a:off x="0" y="2676524"/>
          <a:ext cx="6627078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C1DD5-ADC4-4D08-AD71-47E2B64BAEE4}">
      <dsp:nvSpPr>
        <dsp:cNvPr id="0" name=""/>
        <dsp:cNvSpPr/>
      </dsp:nvSpPr>
      <dsp:spPr>
        <a:xfrm>
          <a:off x="451896" y="3012646"/>
          <a:ext cx="821630" cy="821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D0437-F063-4926-BCF6-C1C6113D1B61}">
      <dsp:nvSpPr>
        <dsp:cNvPr id="0" name=""/>
        <dsp:cNvSpPr/>
      </dsp:nvSpPr>
      <dsp:spPr>
        <a:xfrm>
          <a:off x="1725424" y="2676524"/>
          <a:ext cx="4901653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Role in bridging prevention and cure</a:t>
          </a:r>
        </a:p>
      </dsp:txBody>
      <dsp:txXfrm>
        <a:off x="1725424" y="2676524"/>
        <a:ext cx="4901653" cy="1493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F765C-0628-46D8-B0C8-04F11FBEA626}">
      <dsp:nvSpPr>
        <dsp:cNvPr id="0" name=""/>
        <dsp:cNvSpPr/>
      </dsp:nvSpPr>
      <dsp:spPr>
        <a:xfrm>
          <a:off x="0" y="380280"/>
          <a:ext cx="6627078" cy="20533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Legal mandates: Children’s Act, Older Persons Act, Domestic Violence Act</a:t>
          </a:r>
        </a:p>
      </dsp:txBody>
      <dsp:txXfrm>
        <a:off x="100236" y="480516"/>
        <a:ext cx="6426606" cy="1852878"/>
      </dsp:txXfrm>
    </dsp:sp>
    <dsp:sp modelId="{982A1CE8-DBB4-4DFA-BCD0-852CC630C7FC}">
      <dsp:nvSpPr>
        <dsp:cNvPr id="0" name=""/>
        <dsp:cNvSpPr/>
      </dsp:nvSpPr>
      <dsp:spPr>
        <a:xfrm>
          <a:off x="0" y="2545950"/>
          <a:ext cx="6627078" cy="205335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Statutory responsibilities in prevention and cure</a:t>
          </a:r>
        </a:p>
      </dsp:txBody>
      <dsp:txXfrm>
        <a:off x="100236" y="2646186"/>
        <a:ext cx="6426606" cy="18528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58F34-C702-4B07-A363-D36570EEE9AE}">
      <dsp:nvSpPr>
        <dsp:cNvPr id="0" name=""/>
        <dsp:cNvSpPr/>
      </dsp:nvSpPr>
      <dsp:spPr>
        <a:xfrm>
          <a:off x="0" y="0"/>
          <a:ext cx="7692503" cy="900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Dignity and worth of the person</a:t>
          </a:r>
        </a:p>
      </dsp:txBody>
      <dsp:txXfrm>
        <a:off x="26377" y="26377"/>
        <a:ext cx="6644623" cy="847812"/>
      </dsp:txXfrm>
    </dsp:sp>
    <dsp:sp modelId="{C577119D-B8DD-41B5-90ED-D3B102E13423}">
      <dsp:nvSpPr>
        <dsp:cNvPr id="0" name=""/>
        <dsp:cNvSpPr/>
      </dsp:nvSpPr>
      <dsp:spPr>
        <a:xfrm>
          <a:off x="644247" y="1064305"/>
          <a:ext cx="7692503" cy="90056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Social justice and equity</a:t>
          </a:r>
        </a:p>
      </dsp:txBody>
      <dsp:txXfrm>
        <a:off x="670624" y="1090682"/>
        <a:ext cx="6410134" cy="847812"/>
      </dsp:txXfrm>
    </dsp:sp>
    <dsp:sp modelId="{783D9E92-3465-41B9-8DEA-D1068D9E3E81}">
      <dsp:nvSpPr>
        <dsp:cNvPr id="0" name=""/>
        <dsp:cNvSpPr/>
      </dsp:nvSpPr>
      <dsp:spPr>
        <a:xfrm>
          <a:off x="1278878" y="2128610"/>
          <a:ext cx="7692503" cy="90056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Integrity and responsibility</a:t>
          </a:r>
        </a:p>
      </dsp:txBody>
      <dsp:txXfrm>
        <a:off x="1305255" y="2154987"/>
        <a:ext cx="6419749" cy="847812"/>
      </dsp:txXfrm>
    </dsp:sp>
    <dsp:sp modelId="{4BCCFA3B-8577-43E2-BED8-DB0B9020092F}">
      <dsp:nvSpPr>
        <dsp:cNvPr id="0" name=""/>
        <dsp:cNvSpPr/>
      </dsp:nvSpPr>
      <dsp:spPr>
        <a:xfrm>
          <a:off x="1923125" y="3192915"/>
          <a:ext cx="7692503" cy="9005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Confidentiality and informed consent</a:t>
          </a:r>
        </a:p>
      </dsp:txBody>
      <dsp:txXfrm>
        <a:off x="1949502" y="3219292"/>
        <a:ext cx="6410134" cy="847812"/>
      </dsp:txXfrm>
    </dsp:sp>
    <dsp:sp modelId="{D0398721-DB44-4BEA-905D-7A6F2EF4F0CF}">
      <dsp:nvSpPr>
        <dsp:cNvPr id="0" name=""/>
        <dsp:cNvSpPr/>
      </dsp:nvSpPr>
      <dsp:spPr>
        <a:xfrm>
          <a:off x="7107135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238843" y="689751"/>
        <a:ext cx="321951" cy="440489"/>
      </dsp:txXfrm>
    </dsp:sp>
    <dsp:sp modelId="{B111605A-FE1A-415A-AF66-3FDFB2D27448}">
      <dsp:nvSpPr>
        <dsp:cNvPr id="0" name=""/>
        <dsp:cNvSpPr/>
      </dsp:nvSpPr>
      <dsp:spPr>
        <a:xfrm>
          <a:off x="7751382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883090" y="1754057"/>
        <a:ext cx="321951" cy="440489"/>
      </dsp:txXfrm>
    </dsp:sp>
    <dsp:sp modelId="{1867DE8C-8D0F-4FD1-A8DE-BE07469A23A4}">
      <dsp:nvSpPr>
        <dsp:cNvPr id="0" name=""/>
        <dsp:cNvSpPr/>
      </dsp:nvSpPr>
      <dsp:spPr>
        <a:xfrm>
          <a:off x="8386013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517721" y="2818362"/>
        <a:ext cx="321951" cy="4404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5C190-5015-4120-9B4D-188149FE878B}">
      <dsp:nvSpPr>
        <dsp:cNvPr id="0" name=""/>
        <dsp:cNvSpPr/>
      </dsp:nvSpPr>
      <dsp:spPr>
        <a:xfrm>
          <a:off x="0" y="809181"/>
          <a:ext cx="6627078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EAD66-E89A-4B8C-8FEB-E2A07C933E12}">
      <dsp:nvSpPr>
        <dsp:cNvPr id="0" name=""/>
        <dsp:cNvSpPr/>
      </dsp:nvSpPr>
      <dsp:spPr>
        <a:xfrm>
          <a:off x="451896" y="1145303"/>
          <a:ext cx="821630" cy="821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83B4E-9F3F-475E-BBD5-90990080064B}">
      <dsp:nvSpPr>
        <dsp:cNvPr id="0" name=""/>
        <dsp:cNvSpPr/>
      </dsp:nvSpPr>
      <dsp:spPr>
        <a:xfrm>
          <a:off x="1725424" y="809181"/>
          <a:ext cx="4901653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Autonomy vs. mandatory reporting</a:t>
          </a:r>
        </a:p>
      </dsp:txBody>
      <dsp:txXfrm>
        <a:off x="1725424" y="809181"/>
        <a:ext cx="4901653" cy="1493874"/>
      </dsp:txXfrm>
    </dsp:sp>
    <dsp:sp modelId="{F2B49F41-BB86-42A0-A837-D09A81EE7F7B}">
      <dsp:nvSpPr>
        <dsp:cNvPr id="0" name=""/>
        <dsp:cNvSpPr/>
      </dsp:nvSpPr>
      <dsp:spPr>
        <a:xfrm>
          <a:off x="0" y="2676524"/>
          <a:ext cx="6627078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FF3B8-8229-48B3-A252-A3464179F1BD}">
      <dsp:nvSpPr>
        <dsp:cNvPr id="0" name=""/>
        <dsp:cNvSpPr/>
      </dsp:nvSpPr>
      <dsp:spPr>
        <a:xfrm>
          <a:off x="451896" y="3012646"/>
          <a:ext cx="821630" cy="821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3B536-B2A9-4310-BFA2-24C53B6C036D}">
      <dsp:nvSpPr>
        <dsp:cNvPr id="0" name=""/>
        <dsp:cNvSpPr/>
      </dsp:nvSpPr>
      <dsp:spPr>
        <a:xfrm>
          <a:off x="1725424" y="2676524"/>
          <a:ext cx="4901653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Cultural diversity vs. uniform law application</a:t>
          </a:r>
        </a:p>
      </dsp:txBody>
      <dsp:txXfrm>
        <a:off x="1725424" y="2676524"/>
        <a:ext cx="4901653" cy="14938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FC4C16-576F-448D-B2C2-5C5D594E3186}">
      <dsp:nvSpPr>
        <dsp:cNvPr id="0" name=""/>
        <dsp:cNvSpPr/>
      </dsp:nvSpPr>
      <dsp:spPr>
        <a:xfrm>
          <a:off x="3835814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852F1-6311-49C6-8B67-6721433C2A6C}">
      <dsp:nvSpPr>
        <dsp:cNvPr id="0" name=""/>
        <dsp:cNvSpPr/>
      </dsp:nvSpPr>
      <dsp:spPr>
        <a:xfrm>
          <a:off x="2647814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/>
            <a:t>South African Council for Social Services</a:t>
          </a:r>
          <a:r>
            <a:rPr lang="en-ZA" sz="2400" kern="1200"/>
            <a:t>/ legislation </a:t>
          </a:r>
          <a:endParaRPr lang="en-US" sz="2400" kern="1200" dirty="0"/>
        </a:p>
      </dsp:txBody>
      <dsp:txXfrm>
        <a:off x="2647814" y="2893916"/>
        <a:ext cx="432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BBC82-A7A3-4022-9C4A-2E0A4D388C95}">
      <dsp:nvSpPr>
        <dsp:cNvPr id="0" name=""/>
        <dsp:cNvSpPr/>
      </dsp:nvSpPr>
      <dsp:spPr>
        <a:xfrm>
          <a:off x="581351" y="869045"/>
          <a:ext cx="1246985" cy="1246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65412-B829-4E5B-B684-128D92E87A92}">
      <dsp:nvSpPr>
        <dsp:cNvPr id="0" name=""/>
        <dsp:cNvSpPr/>
      </dsp:nvSpPr>
      <dsp:spPr>
        <a:xfrm>
          <a:off x="847102" y="1134796"/>
          <a:ext cx="715483" cy="7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56E16-E0E1-4043-A32C-661F56BD3853}">
      <dsp:nvSpPr>
        <dsp:cNvPr id="0" name=""/>
        <dsp:cNvSpPr/>
      </dsp:nvSpPr>
      <dsp:spPr>
        <a:xfrm>
          <a:off x="182725" y="2504436"/>
          <a:ext cx="20442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Department of Social Development policies</a:t>
          </a:r>
        </a:p>
      </dsp:txBody>
      <dsp:txXfrm>
        <a:off x="182725" y="2504436"/>
        <a:ext cx="2044238" cy="720000"/>
      </dsp:txXfrm>
    </dsp:sp>
    <dsp:sp modelId="{482C3237-0156-458F-9823-27B7575EE83F}">
      <dsp:nvSpPr>
        <dsp:cNvPr id="0" name=""/>
        <dsp:cNvSpPr/>
      </dsp:nvSpPr>
      <dsp:spPr>
        <a:xfrm>
          <a:off x="2983331" y="869045"/>
          <a:ext cx="1246985" cy="1246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AE7CC-B3DD-4181-B752-0EA6AAD57DF2}">
      <dsp:nvSpPr>
        <dsp:cNvPr id="0" name=""/>
        <dsp:cNvSpPr/>
      </dsp:nvSpPr>
      <dsp:spPr>
        <a:xfrm>
          <a:off x="3249082" y="1134796"/>
          <a:ext cx="715483" cy="7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78EEE-7517-4BCB-918A-2E97A801ABC0}">
      <dsp:nvSpPr>
        <dsp:cNvPr id="0" name=""/>
        <dsp:cNvSpPr/>
      </dsp:nvSpPr>
      <dsp:spPr>
        <a:xfrm>
          <a:off x="2584705" y="2504436"/>
          <a:ext cx="20442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Ethical checklists</a:t>
          </a:r>
        </a:p>
      </dsp:txBody>
      <dsp:txXfrm>
        <a:off x="2584705" y="2504436"/>
        <a:ext cx="2044238" cy="720000"/>
      </dsp:txXfrm>
    </dsp:sp>
    <dsp:sp modelId="{6A14695F-9031-46FA-9D34-B4F3B93CFD74}">
      <dsp:nvSpPr>
        <dsp:cNvPr id="0" name=""/>
        <dsp:cNvSpPr/>
      </dsp:nvSpPr>
      <dsp:spPr>
        <a:xfrm>
          <a:off x="5385311" y="869045"/>
          <a:ext cx="1246985" cy="1246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D3D421-096C-47CC-8621-CDE22D277FB4}">
      <dsp:nvSpPr>
        <dsp:cNvPr id="0" name=""/>
        <dsp:cNvSpPr/>
      </dsp:nvSpPr>
      <dsp:spPr>
        <a:xfrm>
          <a:off x="5651062" y="1134796"/>
          <a:ext cx="715483" cy="7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D5404-DB31-4EF1-AE1A-C013DCED910A}">
      <dsp:nvSpPr>
        <dsp:cNvPr id="0" name=""/>
        <dsp:cNvSpPr/>
      </dsp:nvSpPr>
      <dsp:spPr>
        <a:xfrm>
          <a:off x="4986685" y="2504436"/>
          <a:ext cx="20442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Reflective supervision</a:t>
          </a:r>
        </a:p>
      </dsp:txBody>
      <dsp:txXfrm>
        <a:off x="4986685" y="2504436"/>
        <a:ext cx="2044238" cy="720000"/>
      </dsp:txXfrm>
    </dsp:sp>
    <dsp:sp modelId="{05EE8B53-4E44-44D8-8CE4-7B6402AA4CC8}">
      <dsp:nvSpPr>
        <dsp:cNvPr id="0" name=""/>
        <dsp:cNvSpPr/>
      </dsp:nvSpPr>
      <dsp:spPr>
        <a:xfrm>
          <a:off x="7787291" y="869045"/>
          <a:ext cx="1246985" cy="1246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E8097-9F26-4187-9417-863F18255D93}">
      <dsp:nvSpPr>
        <dsp:cNvPr id="0" name=""/>
        <dsp:cNvSpPr/>
      </dsp:nvSpPr>
      <dsp:spPr>
        <a:xfrm>
          <a:off x="8053042" y="1134796"/>
          <a:ext cx="715483" cy="7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20EF9-1132-41EB-83EF-CD03D0EE730F}">
      <dsp:nvSpPr>
        <dsp:cNvPr id="0" name=""/>
        <dsp:cNvSpPr/>
      </dsp:nvSpPr>
      <dsp:spPr>
        <a:xfrm>
          <a:off x="7388665" y="2504436"/>
          <a:ext cx="20442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Codes of ethics (SACSSP, NASW)</a:t>
          </a:r>
        </a:p>
      </dsp:txBody>
      <dsp:txXfrm>
        <a:off x="7388665" y="2504436"/>
        <a:ext cx="2044238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A458E-31F9-422B-A669-6E91466FFEC7}">
      <dsp:nvSpPr>
        <dsp:cNvPr id="0" name=""/>
        <dsp:cNvSpPr/>
      </dsp:nvSpPr>
      <dsp:spPr>
        <a:xfrm>
          <a:off x="920079" y="888033"/>
          <a:ext cx="1249629" cy="1249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83BB6-B7FA-49BC-B78A-EB03B8E0D1B3}">
      <dsp:nvSpPr>
        <dsp:cNvPr id="0" name=""/>
        <dsp:cNvSpPr/>
      </dsp:nvSpPr>
      <dsp:spPr>
        <a:xfrm>
          <a:off x="156417" y="2485448"/>
          <a:ext cx="277695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Ethics as compass for statutory interventions</a:t>
          </a:r>
        </a:p>
      </dsp:txBody>
      <dsp:txXfrm>
        <a:off x="156417" y="2485448"/>
        <a:ext cx="2776953" cy="720000"/>
      </dsp:txXfrm>
    </dsp:sp>
    <dsp:sp modelId="{5B729419-A497-4264-BE26-26A3A55FB7E2}">
      <dsp:nvSpPr>
        <dsp:cNvPr id="0" name=""/>
        <dsp:cNvSpPr/>
      </dsp:nvSpPr>
      <dsp:spPr>
        <a:xfrm>
          <a:off x="4182999" y="888033"/>
          <a:ext cx="1249629" cy="1249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3D2BB-3F0F-45F3-9E27-C357A01898B4}">
      <dsp:nvSpPr>
        <dsp:cNvPr id="0" name=""/>
        <dsp:cNvSpPr/>
      </dsp:nvSpPr>
      <dsp:spPr>
        <a:xfrm>
          <a:off x="3419337" y="2485448"/>
          <a:ext cx="277695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Integration of prevention and cure as statutory responsibility</a:t>
          </a:r>
        </a:p>
      </dsp:txBody>
      <dsp:txXfrm>
        <a:off x="3419337" y="2485448"/>
        <a:ext cx="2776953" cy="720000"/>
      </dsp:txXfrm>
    </dsp:sp>
    <dsp:sp modelId="{55BF929A-611A-499D-9291-6047FDC89CED}">
      <dsp:nvSpPr>
        <dsp:cNvPr id="0" name=""/>
        <dsp:cNvSpPr/>
      </dsp:nvSpPr>
      <dsp:spPr>
        <a:xfrm>
          <a:off x="7445920" y="888033"/>
          <a:ext cx="1249629" cy="1249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DEE2B-7D8D-4DF6-BACA-EC8CA9F07C54}">
      <dsp:nvSpPr>
        <dsp:cNvPr id="0" name=""/>
        <dsp:cNvSpPr/>
      </dsp:nvSpPr>
      <dsp:spPr>
        <a:xfrm>
          <a:off x="6682258" y="2485448"/>
          <a:ext cx="277695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Call to action: uphold dignity, justice, holistic care</a:t>
          </a:r>
        </a:p>
      </dsp:txBody>
      <dsp:txXfrm>
        <a:off x="6682258" y="2485448"/>
        <a:ext cx="2776953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75963-6B38-4091-BD54-997FE7C9A2B0}">
      <dsp:nvSpPr>
        <dsp:cNvPr id="0" name=""/>
        <dsp:cNvSpPr/>
      </dsp:nvSpPr>
      <dsp:spPr>
        <a:xfrm>
          <a:off x="1297814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5E46C-F0A1-4BB8-A43F-7A82BA12F7DB}">
      <dsp:nvSpPr>
        <dsp:cNvPr id="0" name=""/>
        <dsp:cNvSpPr/>
      </dsp:nvSpPr>
      <dsp:spPr>
        <a:xfrm>
          <a:off x="109814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Thank you</a:t>
          </a:r>
        </a:p>
      </dsp:txBody>
      <dsp:txXfrm>
        <a:off x="109814" y="2893916"/>
        <a:ext cx="4320000" cy="720000"/>
      </dsp:txXfrm>
    </dsp:sp>
    <dsp:sp modelId="{F2700300-EC99-4677-8669-7D40099D3914}">
      <dsp:nvSpPr>
        <dsp:cNvPr id="0" name=""/>
        <dsp:cNvSpPr/>
      </dsp:nvSpPr>
      <dsp:spPr>
        <a:xfrm>
          <a:off x="6373814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068E8-D6D6-42AA-B4A1-C66153C6F85A}">
      <dsp:nvSpPr>
        <dsp:cNvPr id="0" name=""/>
        <dsp:cNvSpPr/>
      </dsp:nvSpPr>
      <dsp:spPr>
        <a:xfrm>
          <a:off x="5185814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Contact: [Phumzykub@gmail.com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0735122642]</a:t>
          </a:r>
        </a:p>
      </dsp:txBody>
      <dsp:txXfrm>
        <a:off x="5185814" y="2893916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68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lIns="93177" tIns="46589" rIns="93177" bIns="46589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7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4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7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8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7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04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6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8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1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89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724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6131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61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5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7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11" y="1382486"/>
            <a:ext cx="3546657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Ethical Decision-Making for Social Workers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8922" y="-8467"/>
            <a:ext cx="476549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6162" y="0"/>
            <a:ext cx="621266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E615E7-42DA-ADDD-B5F0-44ABE7BB1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908224"/>
              </p:ext>
            </p:extLst>
          </p:nvPr>
        </p:nvGraphicFramePr>
        <p:xfrm>
          <a:off x="4915272" y="1799003"/>
          <a:ext cx="6627078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11" y="1382486"/>
            <a:ext cx="3546657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Introduction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8922" y="-8467"/>
            <a:ext cx="476549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6162" y="0"/>
            <a:ext cx="621266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F3EC8E-D833-2BBC-61AB-C1E6B97E6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775936"/>
              </p:ext>
            </p:extLst>
          </p:nvPr>
        </p:nvGraphicFramePr>
        <p:xfrm>
          <a:off x="4915272" y="944563"/>
          <a:ext cx="6627078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11" y="1382486"/>
            <a:ext cx="3546657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Statutory Social Work Context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8922" y="-8467"/>
            <a:ext cx="476549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6162" y="0"/>
            <a:ext cx="621266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CB3ACC-5FF5-1D3C-E709-C9C99A649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476506"/>
              </p:ext>
            </p:extLst>
          </p:nvPr>
        </p:nvGraphicFramePr>
        <p:xfrm>
          <a:off x="4915272" y="944563"/>
          <a:ext cx="6627078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597" y="609600"/>
            <a:ext cx="10194839" cy="1099457"/>
          </a:xfrm>
        </p:spPr>
        <p:txBody>
          <a:bodyPr>
            <a:normAutofit/>
          </a:bodyPr>
          <a:lstStyle/>
          <a:p>
            <a:r>
              <a:rPr lang="en-US"/>
              <a:t>Core Ethical Principles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37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0208" y="4013200"/>
            <a:ext cx="448617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F1586570-C464-C1E9-C718-4F3D4D2D9F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857761"/>
              </p:ext>
            </p:extLst>
          </p:nvPr>
        </p:nvGraphicFramePr>
        <p:xfrm>
          <a:off x="1286597" y="1948543"/>
          <a:ext cx="9615629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11" y="1382486"/>
            <a:ext cx="3546657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Ethical Challenges in Statutory Practice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8922" y="-8467"/>
            <a:ext cx="476549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6162" y="0"/>
            <a:ext cx="621266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EFE2FA-0EA9-7638-8E60-B32CF2B2E6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693532"/>
              </p:ext>
            </p:extLst>
          </p:nvPr>
        </p:nvGraphicFramePr>
        <p:xfrm>
          <a:off x="4915272" y="944563"/>
          <a:ext cx="6627078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597" y="609600"/>
            <a:ext cx="10194839" cy="1099457"/>
          </a:xfrm>
        </p:spPr>
        <p:txBody>
          <a:bodyPr>
            <a:normAutofit/>
          </a:bodyPr>
          <a:lstStyle/>
          <a:p>
            <a:r>
              <a:t>Decision-Making Frameworks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37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0208" y="4013200"/>
            <a:ext cx="448617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90F5BF-8242-1AF1-135A-202FB9858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584453"/>
              </p:ext>
            </p:extLst>
          </p:nvPr>
        </p:nvGraphicFramePr>
        <p:xfrm>
          <a:off x="1286597" y="1948543"/>
          <a:ext cx="9615629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0699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299" y="816638"/>
            <a:ext cx="3366482" cy="5224724"/>
          </a:xfrm>
        </p:spPr>
        <p:txBody>
          <a:bodyPr anchor="ctr">
            <a:normAutofit/>
          </a:bodyPr>
          <a:lstStyle/>
          <a:p>
            <a:r>
              <a:t>Integrating Preventative and Curative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3082" y="816638"/>
            <a:ext cx="4618503" cy="5224724"/>
          </a:xfrm>
        </p:spPr>
        <p:txBody>
          <a:bodyPr anchor="ctr">
            <a:normAutofit/>
          </a:bodyPr>
          <a:lstStyle/>
          <a:p>
            <a:r>
              <a:t>Advocacy for holistic statutory interventions</a:t>
            </a:r>
          </a:p>
          <a:p>
            <a:r>
              <a:t>Prevention: awareness campaigns, family preservation</a:t>
            </a:r>
          </a:p>
          <a:p>
            <a:r>
              <a:t>Cure: foster care, rehabilitation, statutory placements</a:t>
            </a:r>
          </a:p>
          <a:p>
            <a:r>
              <a:t>Collaboration with healthcare, education, justice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88828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673" y="999460"/>
            <a:ext cx="5696583" cy="44798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5400"/>
              <a:t>Case Study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9921" y="999460"/>
            <a:ext cx="3122806" cy="44798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457200">
              <a:buNone/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Child neglect: preventative family support vs. statutory removal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37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9C5D90B-7EE3-4D26-AB7D-A5A3A6E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93" y="163918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6448" y="1217756"/>
            <a:ext cx="84237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88828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6118" y="-8468"/>
            <a:ext cx="4762319" cy="6866467"/>
            <a:chOff x="67175" y="-8467"/>
            <a:chExt cx="4763558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282701"/>
            <a:ext cx="5094733" cy="4307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5400"/>
              <a:t>Case Study 2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638" y="-8468"/>
            <a:ext cx="5073608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9083" y="2510119"/>
            <a:ext cx="3601629" cy="18292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457200">
              <a:buNone/>
            </a:pPr>
            <a:r>
              <a:rPr lang="en-US" sz="1800">
                <a:solidFill>
                  <a:srgbClr val="FFFFFF"/>
                </a:solidFill>
              </a:rPr>
              <a:t>Confidentiality vs. mandatory reporting in abuse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597" y="609600"/>
            <a:ext cx="10194839" cy="1099457"/>
          </a:xfrm>
        </p:spPr>
        <p:txBody>
          <a:bodyPr>
            <a:normAutofit/>
          </a:bodyPr>
          <a:lstStyle/>
          <a:p>
            <a:r>
              <a:t>Practical Tools for Statutory Social Workers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37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0208" y="4013200"/>
            <a:ext cx="448617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B9A04E-2A40-F388-3240-892003B75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513260"/>
              </p:ext>
            </p:extLst>
          </p:nvPr>
        </p:nvGraphicFramePr>
        <p:xfrm>
          <a:off x="1286597" y="1948543"/>
          <a:ext cx="9615629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0699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299" y="816638"/>
            <a:ext cx="3366482" cy="5224724"/>
          </a:xfrm>
        </p:spPr>
        <p:txBody>
          <a:bodyPr anchor="ctr">
            <a:normAutofit/>
          </a:bodyPr>
          <a:lstStyle/>
          <a:p>
            <a:r>
              <a:t>Strategies for Effective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3082" y="816638"/>
            <a:ext cx="4618503" cy="5224724"/>
          </a:xfrm>
        </p:spPr>
        <p:txBody>
          <a:bodyPr anchor="ctr">
            <a:normAutofit/>
          </a:bodyPr>
          <a:lstStyle/>
          <a:p>
            <a:r>
              <a:t>Building trust in multidisciplinary teams</a:t>
            </a:r>
          </a:p>
          <a:p>
            <a:r>
              <a:t>Communication across professions</a:t>
            </a:r>
          </a:p>
          <a:p>
            <a:r>
              <a:t>Conflict resolution strategies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597" y="609600"/>
            <a:ext cx="10194839" cy="1099457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37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0208" y="4013200"/>
            <a:ext cx="448617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06F63E6-AEAA-7393-393A-7253CA6BAB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029480"/>
              </p:ext>
            </p:extLst>
          </p:nvPr>
        </p:nvGraphicFramePr>
        <p:xfrm>
          <a:off x="1286597" y="1948543"/>
          <a:ext cx="9615629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88828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522019" y="0"/>
            <a:ext cx="1218883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59350" y="3681413"/>
            <a:ext cx="4762317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3822" y="-8467"/>
            <a:ext cx="3006566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0648" y="-8467"/>
            <a:ext cx="2587884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0648" y="3048000"/>
            <a:ext cx="3258818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3821" y="-8467"/>
            <a:ext cx="2853583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23822" y="3589867"/>
            <a:ext cx="1816686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8467"/>
            <a:ext cx="917332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715" y="1020871"/>
            <a:ext cx="6958946" cy="28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650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649" y="3962088"/>
            <a:ext cx="6110486" cy="1186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457200">
              <a:buNone/>
            </a:pPr>
            <a:r>
              <a:rPr lang="en-US" sz="2000">
                <a:solidFill>
                  <a:srgbClr val="FFFFFF">
                    <a:alpha val="70000"/>
                  </a:srgbClr>
                </a:solidFill>
              </a:rPr>
              <a:t>Invitation for discussion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91859" y="3271511"/>
            <a:ext cx="220660" cy="18639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597" y="609600"/>
            <a:ext cx="10194839" cy="1099457"/>
          </a:xfrm>
        </p:spPr>
        <p:txBody>
          <a:bodyPr>
            <a:normAutofit/>
          </a:bodyPr>
          <a:lstStyle/>
          <a:p>
            <a:r>
              <a:t>Closing Slide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37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0208" y="4013200"/>
            <a:ext cx="448617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BFC8F7-EB28-028C-F44A-21BA41B90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112981"/>
              </p:ext>
            </p:extLst>
          </p:nvPr>
        </p:nvGraphicFramePr>
        <p:xfrm>
          <a:off x="1286597" y="1948543"/>
          <a:ext cx="9615629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560</TotalTime>
  <Words>244</Words>
  <Application>Microsoft Office PowerPoint</Application>
  <PresentationFormat>Custom</PresentationFormat>
  <Paragraphs>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Ethical Decision-Making for Social Workers</vt:lpstr>
      <vt:lpstr>Introduction</vt:lpstr>
      <vt:lpstr>Statutory Social Work Context</vt:lpstr>
      <vt:lpstr>Core Ethical Principles</vt:lpstr>
      <vt:lpstr>Ethical Challenges in Statutory Practice</vt:lpstr>
      <vt:lpstr>Decision-Making Frameworks</vt:lpstr>
      <vt:lpstr>Integrating Preventative and Curative Care</vt:lpstr>
      <vt:lpstr>Case Study 1</vt:lpstr>
      <vt:lpstr>Case Study 2</vt:lpstr>
      <vt:lpstr>Practical Tools for Statutory Social Workers</vt:lpstr>
      <vt:lpstr>Strategies for Effective Collaboration</vt:lpstr>
      <vt:lpstr>Conclusion</vt:lpstr>
      <vt:lpstr>Q&amp;A</vt:lpstr>
      <vt:lpstr>Closing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Kubayi, Phumzile (GDSD)</cp:lastModifiedBy>
  <cp:revision>8</cp:revision>
  <cp:lastPrinted>2026-04-21T13:54:45Z</cp:lastPrinted>
  <dcterms:created xsi:type="dcterms:W3CDTF">2013-01-27T09:14:16Z</dcterms:created>
  <dcterms:modified xsi:type="dcterms:W3CDTF">2026-04-21T16:05:52Z</dcterms:modified>
  <cp:category/>
</cp:coreProperties>
</file>