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elhaam Jacobs" userId="14f6ee2820cdadb1" providerId="LiveId" clId="{51665A52-2C40-4613-984E-A9EDE03CF832}"/>
    <pc:docChg chg="custSel addSld modSld sldOrd">
      <pc:chgData name="Ielhaam Jacobs" userId="14f6ee2820cdadb1" providerId="LiveId" clId="{51665A52-2C40-4613-984E-A9EDE03CF832}" dt="2026-04-13T15:42:48.180" v="1197" actId="20577"/>
      <pc:docMkLst>
        <pc:docMk/>
      </pc:docMkLst>
      <pc:sldChg chg="modSp mod">
        <pc:chgData name="Ielhaam Jacobs" userId="14f6ee2820cdadb1" providerId="LiveId" clId="{51665A52-2C40-4613-984E-A9EDE03CF832}" dt="2026-04-13T15:41:51.658" v="1149" actId="20577"/>
        <pc:sldMkLst>
          <pc:docMk/>
          <pc:sldMk cId="424826538" sldId="256"/>
        </pc:sldMkLst>
        <pc:spChg chg="mod">
          <ac:chgData name="Ielhaam Jacobs" userId="14f6ee2820cdadb1" providerId="LiveId" clId="{51665A52-2C40-4613-984E-A9EDE03CF832}" dt="2026-04-13T15:41:51.658" v="1149" actId="20577"/>
          <ac:spMkLst>
            <pc:docMk/>
            <pc:sldMk cId="424826538" sldId="256"/>
            <ac:spMk id="2" creationId="{349B838A-8B3C-715C-F148-60EB8A6B5634}"/>
          </ac:spMkLst>
        </pc:spChg>
        <pc:spChg chg="mod">
          <ac:chgData name="Ielhaam Jacobs" userId="14f6ee2820cdadb1" providerId="LiveId" clId="{51665A52-2C40-4613-984E-A9EDE03CF832}" dt="2026-04-13T14:57:08.482" v="914" actId="207"/>
          <ac:spMkLst>
            <pc:docMk/>
            <pc:sldMk cId="424826538" sldId="256"/>
            <ac:spMk id="3" creationId="{845D498C-C834-58BA-E406-284064C8FF9F}"/>
          </ac:spMkLst>
        </pc:spChg>
      </pc:sldChg>
      <pc:sldChg chg="modSp mod">
        <pc:chgData name="Ielhaam Jacobs" userId="14f6ee2820cdadb1" providerId="LiveId" clId="{51665A52-2C40-4613-984E-A9EDE03CF832}" dt="2026-04-06T17:59:21.948" v="7" actId="20577"/>
        <pc:sldMkLst>
          <pc:docMk/>
          <pc:sldMk cId="2075151322" sldId="257"/>
        </pc:sldMkLst>
        <pc:spChg chg="mod">
          <ac:chgData name="Ielhaam Jacobs" userId="14f6ee2820cdadb1" providerId="LiveId" clId="{51665A52-2C40-4613-984E-A9EDE03CF832}" dt="2026-04-06T17:59:21.948" v="7" actId="20577"/>
          <ac:spMkLst>
            <pc:docMk/>
            <pc:sldMk cId="2075151322" sldId="257"/>
            <ac:spMk id="2" creationId="{E00B3531-6D94-8BBF-C0CD-82EFFEB9A296}"/>
          </ac:spMkLst>
        </pc:spChg>
      </pc:sldChg>
      <pc:sldChg chg="modSp mod">
        <pc:chgData name="Ielhaam Jacobs" userId="14f6ee2820cdadb1" providerId="LiveId" clId="{51665A52-2C40-4613-984E-A9EDE03CF832}" dt="2026-04-06T18:35:37.870" v="909" actId="27636"/>
        <pc:sldMkLst>
          <pc:docMk/>
          <pc:sldMk cId="799000835" sldId="258"/>
        </pc:sldMkLst>
        <pc:spChg chg="mod">
          <ac:chgData name="Ielhaam Jacobs" userId="14f6ee2820cdadb1" providerId="LiveId" clId="{51665A52-2C40-4613-984E-A9EDE03CF832}" dt="2026-04-06T18:32:37.198" v="760" actId="20577"/>
          <ac:spMkLst>
            <pc:docMk/>
            <pc:sldMk cId="799000835" sldId="258"/>
            <ac:spMk id="2" creationId="{4631AB5C-9A29-497A-E2D6-9E8925046B2C}"/>
          </ac:spMkLst>
        </pc:spChg>
        <pc:spChg chg="mod">
          <ac:chgData name="Ielhaam Jacobs" userId="14f6ee2820cdadb1" providerId="LiveId" clId="{51665A52-2C40-4613-984E-A9EDE03CF832}" dt="2026-04-06T18:35:37.870" v="909" actId="27636"/>
          <ac:spMkLst>
            <pc:docMk/>
            <pc:sldMk cId="799000835" sldId="258"/>
            <ac:spMk id="3" creationId="{13692790-162C-8CF1-3F44-F033DE349A14}"/>
          </ac:spMkLst>
        </pc:spChg>
      </pc:sldChg>
      <pc:sldChg chg="modSp new mod">
        <pc:chgData name="Ielhaam Jacobs" userId="14f6ee2820cdadb1" providerId="LiveId" clId="{51665A52-2C40-4613-984E-A9EDE03CF832}" dt="2026-04-06T18:34:18.823" v="882" actId="14100"/>
        <pc:sldMkLst>
          <pc:docMk/>
          <pc:sldMk cId="1886008248" sldId="259"/>
        </pc:sldMkLst>
        <pc:spChg chg="mod">
          <ac:chgData name="Ielhaam Jacobs" userId="14f6ee2820cdadb1" providerId="LiveId" clId="{51665A52-2C40-4613-984E-A9EDE03CF832}" dt="2026-04-06T18:34:18.823" v="882" actId="14100"/>
          <ac:spMkLst>
            <pc:docMk/>
            <pc:sldMk cId="1886008248" sldId="259"/>
            <ac:spMk id="2" creationId="{3D5213E9-05D8-43E1-F0BC-6555323D8ADE}"/>
          </ac:spMkLst>
        </pc:spChg>
        <pc:spChg chg="mod">
          <ac:chgData name="Ielhaam Jacobs" userId="14f6ee2820cdadb1" providerId="LiveId" clId="{51665A52-2C40-4613-984E-A9EDE03CF832}" dt="2026-04-06T18:31:04.308" v="737" actId="20577"/>
          <ac:spMkLst>
            <pc:docMk/>
            <pc:sldMk cId="1886008248" sldId="259"/>
            <ac:spMk id="4" creationId="{DB7BFCCA-5B0B-BB6A-E885-99800BB52D35}"/>
          </ac:spMkLst>
        </pc:spChg>
      </pc:sldChg>
      <pc:sldChg chg="modSp new mod">
        <pc:chgData name="Ielhaam Jacobs" userId="14f6ee2820cdadb1" providerId="LiveId" clId="{51665A52-2C40-4613-984E-A9EDE03CF832}" dt="2026-04-13T15:32:46.511" v="954" actId="20577"/>
        <pc:sldMkLst>
          <pc:docMk/>
          <pc:sldMk cId="116295072" sldId="260"/>
        </pc:sldMkLst>
        <pc:spChg chg="mod">
          <ac:chgData name="Ielhaam Jacobs" userId="14f6ee2820cdadb1" providerId="LiveId" clId="{51665A52-2C40-4613-984E-A9EDE03CF832}" dt="2026-04-13T15:32:46.511" v="954" actId="20577"/>
          <ac:spMkLst>
            <pc:docMk/>
            <pc:sldMk cId="116295072" sldId="260"/>
            <ac:spMk id="2" creationId="{B907354D-1395-46D1-852B-D4B0C620C28F}"/>
          </ac:spMkLst>
        </pc:spChg>
      </pc:sldChg>
      <pc:sldChg chg="addSp delSp modSp new mod chgLayout">
        <pc:chgData name="Ielhaam Jacobs" userId="14f6ee2820cdadb1" providerId="LiveId" clId="{51665A52-2C40-4613-984E-A9EDE03CF832}" dt="2026-04-13T15:37:12.918" v="957" actId="6264"/>
        <pc:sldMkLst>
          <pc:docMk/>
          <pc:sldMk cId="2344009377" sldId="261"/>
        </pc:sldMkLst>
        <pc:spChg chg="del">
          <ac:chgData name="Ielhaam Jacobs" userId="14f6ee2820cdadb1" providerId="LiveId" clId="{51665A52-2C40-4613-984E-A9EDE03CF832}" dt="2026-04-13T15:37:09.873" v="956" actId="700"/>
          <ac:spMkLst>
            <pc:docMk/>
            <pc:sldMk cId="2344009377" sldId="261"/>
            <ac:spMk id="2" creationId="{BAAF8BFE-928F-0077-C51E-9F276BA7B1FD}"/>
          </ac:spMkLst>
        </pc:spChg>
        <pc:spChg chg="del">
          <ac:chgData name="Ielhaam Jacobs" userId="14f6ee2820cdadb1" providerId="LiveId" clId="{51665A52-2C40-4613-984E-A9EDE03CF832}" dt="2026-04-13T15:37:09.873" v="956" actId="700"/>
          <ac:spMkLst>
            <pc:docMk/>
            <pc:sldMk cId="2344009377" sldId="261"/>
            <ac:spMk id="3" creationId="{9B391B2A-1FBB-32F6-697A-D80C0AA2D983}"/>
          </ac:spMkLst>
        </pc:spChg>
        <pc:spChg chg="del">
          <ac:chgData name="Ielhaam Jacobs" userId="14f6ee2820cdadb1" providerId="LiveId" clId="{51665A52-2C40-4613-984E-A9EDE03CF832}" dt="2026-04-13T15:37:09.873" v="956" actId="700"/>
          <ac:spMkLst>
            <pc:docMk/>
            <pc:sldMk cId="2344009377" sldId="261"/>
            <ac:spMk id="4" creationId="{2C55D3C4-B54D-2F3C-0389-2F59A00F7866}"/>
          </ac:spMkLst>
        </pc:spChg>
        <pc:spChg chg="add del mod ord">
          <ac:chgData name="Ielhaam Jacobs" userId="14f6ee2820cdadb1" providerId="LiveId" clId="{51665A52-2C40-4613-984E-A9EDE03CF832}" dt="2026-04-13T15:37:12.918" v="957" actId="6264"/>
          <ac:spMkLst>
            <pc:docMk/>
            <pc:sldMk cId="2344009377" sldId="261"/>
            <ac:spMk id="5" creationId="{DDD071DF-A64E-35AB-6539-C39BE70933D4}"/>
          </ac:spMkLst>
        </pc:spChg>
        <pc:spChg chg="add del mod ord">
          <ac:chgData name="Ielhaam Jacobs" userId="14f6ee2820cdadb1" providerId="LiveId" clId="{51665A52-2C40-4613-984E-A9EDE03CF832}" dt="2026-04-13T15:37:12.918" v="957" actId="6264"/>
          <ac:spMkLst>
            <pc:docMk/>
            <pc:sldMk cId="2344009377" sldId="261"/>
            <ac:spMk id="6" creationId="{A96A5E0D-688F-84C7-0D4F-A157075A4251}"/>
          </ac:spMkLst>
        </pc:spChg>
        <pc:spChg chg="add del mod ord">
          <ac:chgData name="Ielhaam Jacobs" userId="14f6ee2820cdadb1" providerId="LiveId" clId="{51665A52-2C40-4613-984E-A9EDE03CF832}" dt="2026-04-13T15:37:12.918" v="957" actId="6264"/>
          <ac:spMkLst>
            <pc:docMk/>
            <pc:sldMk cId="2344009377" sldId="261"/>
            <ac:spMk id="7" creationId="{EA96FB2D-22B6-E4C7-49F3-D443C450A6B6}"/>
          </ac:spMkLst>
        </pc:spChg>
        <pc:spChg chg="add mod ord">
          <ac:chgData name="Ielhaam Jacobs" userId="14f6ee2820cdadb1" providerId="LiveId" clId="{51665A52-2C40-4613-984E-A9EDE03CF832}" dt="2026-04-13T15:37:12.918" v="957" actId="6264"/>
          <ac:spMkLst>
            <pc:docMk/>
            <pc:sldMk cId="2344009377" sldId="261"/>
            <ac:spMk id="8" creationId="{26EA42FE-B0A5-2B5A-6A21-FC2C67F0E78A}"/>
          </ac:spMkLst>
        </pc:spChg>
        <pc:spChg chg="add mod ord">
          <ac:chgData name="Ielhaam Jacobs" userId="14f6ee2820cdadb1" providerId="LiveId" clId="{51665A52-2C40-4613-984E-A9EDE03CF832}" dt="2026-04-13T15:37:12.918" v="957" actId="6264"/>
          <ac:spMkLst>
            <pc:docMk/>
            <pc:sldMk cId="2344009377" sldId="261"/>
            <ac:spMk id="9" creationId="{51EAFA62-1D14-ED83-067D-6BC20633BC46}"/>
          </ac:spMkLst>
        </pc:spChg>
        <pc:spChg chg="add mod ord">
          <ac:chgData name="Ielhaam Jacobs" userId="14f6ee2820cdadb1" providerId="LiveId" clId="{51665A52-2C40-4613-984E-A9EDE03CF832}" dt="2026-04-13T15:37:12.918" v="957" actId="6264"/>
          <ac:spMkLst>
            <pc:docMk/>
            <pc:sldMk cId="2344009377" sldId="261"/>
            <ac:spMk id="10" creationId="{B5C979ED-6862-9D4D-1CC6-B3716E39BECD}"/>
          </ac:spMkLst>
        </pc:spChg>
      </pc:sldChg>
      <pc:sldChg chg="new">
        <pc:chgData name="Ielhaam Jacobs" userId="14f6ee2820cdadb1" providerId="LiveId" clId="{51665A52-2C40-4613-984E-A9EDE03CF832}" dt="2026-04-13T15:37:16.856" v="958" actId="680"/>
        <pc:sldMkLst>
          <pc:docMk/>
          <pc:sldMk cId="2033995673" sldId="262"/>
        </pc:sldMkLst>
      </pc:sldChg>
      <pc:sldChg chg="modSp add mod ord">
        <pc:chgData name="Ielhaam Jacobs" userId="14f6ee2820cdadb1" providerId="LiveId" clId="{51665A52-2C40-4613-984E-A9EDE03CF832}" dt="2026-04-13T15:42:48.180" v="1197" actId="20577"/>
        <pc:sldMkLst>
          <pc:docMk/>
          <pc:sldMk cId="3391226435" sldId="263"/>
        </pc:sldMkLst>
        <pc:spChg chg="mod">
          <ac:chgData name="Ielhaam Jacobs" userId="14f6ee2820cdadb1" providerId="LiveId" clId="{51665A52-2C40-4613-984E-A9EDE03CF832}" dt="2026-04-13T15:38:00.007" v="1000" actId="20577"/>
          <ac:spMkLst>
            <pc:docMk/>
            <pc:sldMk cId="3391226435" sldId="263"/>
            <ac:spMk id="2" creationId="{AABA221F-2518-3B28-7017-5CD2DBBFB4AF}"/>
          </ac:spMkLst>
        </pc:spChg>
        <pc:spChg chg="mod">
          <ac:chgData name="Ielhaam Jacobs" userId="14f6ee2820cdadb1" providerId="LiveId" clId="{51665A52-2C40-4613-984E-A9EDE03CF832}" dt="2026-04-13T15:42:48.180" v="1197" actId="20577"/>
          <ac:spMkLst>
            <pc:docMk/>
            <pc:sldMk cId="3391226435" sldId="263"/>
            <ac:spMk id="3" creationId="{1DCB5462-2BE4-A4F7-B928-B450380FFD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67E1A-0600-4D1C-911F-21EF573BA3AC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5EACE-B0C5-4D94-96A2-DE737F4AAF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833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Comprehensive assessment comprises of patient interview, collateral information, validated screening tools and clinician observations. Assessment then informs what level of intervention is necessary: promotion, prevention, treatment and rehabilitation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5EACE-B0C5-4D94-96A2-DE737F4AAF3F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106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128FA71-3A18-48C0-980F-4B68F7F63042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75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5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6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39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3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1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4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79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2C5EAEF-6478-4102-8F5D-A5FE9FC97ACB}" type="datetime1">
              <a:rPr lang="en-US" smtClean="0"/>
              <a:t>4/13/2026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52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3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9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1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rson with idea concept">
            <a:extLst>
              <a:ext uri="{FF2B5EF4-FFF2-40B4-BE49-F238E27FC236}">
                <a16:creationId xmlns:a16="http://schemas.microsoft.com/office/drawing/2014/main" id="{C57ABEC2-94A6-B52D-0803-64220E25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B838A-8B3C-715C-F148-60EB8A6B5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35" y="255830"/>
            <a:ext cx="8367764" cy="2880660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ZA" sz="5400" b="1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Evidence-based Interventions for Mental Health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D498C-C834-58BA-E406-284064C8F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581" y="4290646"/>
            <a:ext cx="3355345" cy="1446962"/>
          </a:xfrm>
        </p:spPr>
        <p:txBody>
          <a:bodyPr anchor="t">
            <a:normAutofit lnSpcReduction="10000"/>
          </a:bodyPr>
          <a:lstStyle/>
          <a:p>
            <a:pPr algn="r"/>
            <a:r>
              <a:rPr lang="en-ZA" sz="2000" b="1" u="sng" dirty="0">
                <a:solidFill>
                  <a:srgbClr val="002060"/>
                </a:solidFill>
              </a:rPr>
              <a:t>Ielhaam Jacobs</a:t>
            </a:r>
          </a:p>
          <a:p>
            <a:pPr algn="r"/>
            <a:r>
              <a:rPr lang="en-ZA" sz="2000" b="1" u="sng" dirty="0">
                <a:solidFill>
                  <a:srgbClr val="002060"/>
                </a:solidFill>
              </a:rPr>
              <a:t>Psychologist</a:t>
            </a:r>
          </a:p>
          <a:p>
            <a:pPr algn="r"/>
            <a:r>
              <a:rPr lang="en-ZA" sz="2000" b="1" u="sng" dirty="0">
                <a:solidFill>
                  <a:srgbClr val="002060"/>
                </a:solidFill>
              </a:rPr>
              <a:t>Ekurhuleni Psychology Department  </a:t>
            </a:r>
          </a:p>
        </p:txBody>
      </p:sp>
    </p:spTree>
    <p:extLst>
      <p:ext uri="{BB962C8B-B14F-4D97-AF65-F5344CB8AC3E}">
        <p14:creationId xmlns:p14="http://schemas.microsoft.com/office/powerpoint/2010/main" val="424826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B1B515-F9F4-43DB-9558-A4C5ABBBF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5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B3531-6D94-8BBF-C0CD-82EFFEB9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2955" y="770467"/>
            <a:ext cx="3467051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FFFFFF"/>
                </a:solidFill>
              </a:rPr>
              <a:t>Assessing Mental Health 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C9528F-903F-4F75-99E3-CC588843E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488027-D69D-C8AA-648C-02E430BC2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596" y="770467"/>
            <a:ext cx="7026974" cy="513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5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1AB5C-9A29-497A-E2D6-9E892504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92" y="1031634"/>
            <a:ext cx="3529934" cy="4844777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FFFF"/>
                </a:solidFill>
              </a:rPr>
              <a:t>Strategies for Mood &amp; Anxiety  Disorders </a:t>
            </a:r>
            <a:br>
              <a:rPr lang="en-ZA" dirty="0">
                <a:solidFill>
                  <a:srgbClr val="FFFFFF"/>
                </a:solidFill>
              </a:rPr>
            </a:b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92790-162C-8CF1-3F44-F033DE349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791" y="1031633"/>
            <a:ext cx="6096015" cy="518289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 Cognitive Behavioural Therapy – Behavioural activation, cognitive restructuring, gradual exposure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Mindfulness practices – focus on present moment as opposed to past of future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 Interpersonal Psychotherapy – Exploration of relationships and social interactions and ways this may contribute to symptoms of depression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 Acceptance and Commitment therapy – Assists getting “unstuck” from negative thoughts and feelings; Based on accepting difficult feelings/situations, being present, identifying values and committed action that aligns with these values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9900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7354D-1395-46D1-852B-D4B0C620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Screening Tools for Mood &amp; Anxiety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B4635-A4F2-3722-7DBA-3C408E776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629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13E9-05D8-43E1-F0BC-6555323D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6164" y="542281"/>
            <a:ext cx="3398520" cy="5268583"/>
          </a:xfrm>
        </p:spPr>
        <p:txBody>
          <a:bodyPr/>
          <a:lstStyle/>
          <a:p>
            <a:r>
              <a:rPr lang="en-ZA" dirty="0"/>
              <a:t>Strategies for Post Traumatic Stress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F36BA-1997-548B-8BF6-4D85283F5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BFCCA-5B0B-BB6A-E885-99800BB52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86008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ECC11-8FD0-E1F5-366F-B6AF51663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947A01-21D8-0C29-55F4-A1271BBD7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71B043-7DEA-E83E-BAD1-779C1A9AD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A221F-2518-3B28-7017-5CD2DBBF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92" y="1031634"/>
            <a:ext cx="3529934" cy="4844777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FFFF"/>
                </a:solidFill>
              </a:rPr>
              <a:t>Alcohol &amp; Substance Use Disorders</a:t>
            </a:r>
            <a:br>
              <a:rPr lang="en-ZA" dirty="0">
                <a:solidFill>
                  <a:srgbClr val="FFFFFF"/>
                </a:solidFill>
              </a:rPr>
            </a:b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B5462-2BE4-A4F7-B928-B450380FF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791" y="1031633"/>
            <a:ext cx="6096015" cy="518289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 Specialized field – assess and refer appropriately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/>
              <a:t> Motivational </a:t>
            </a:r>
            <a:r>
              <a:rPr lang="en-ZA" dirty="0"/>
              <a:t>Interviewing –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 CBT, Including relapse prevention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9122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6EA42FE-B0A5-2B5A-6A21-FC2C67F0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EAFA62-1D14-ED83-067D-6BC20633B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C979ED-6862-9D4D-1CC6-B3716E39B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400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6BC9-D007-9D43-4A45-9CB572F1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C0C2A-6E57-3D31-918E-E94D0EA67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B4C52-4287-70E9-C43B-B2CB46D3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399567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112</TotalTime>
  <Words>176</Words>
  <Application>Microsoft Office PowerPoint</Application>
  <PresentationFormat>Widescreen</PresentationFormat>
  <Paragraphs>18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ADLaM Display</vt:lpstr>
      <vt:lpstr>Aptos</vt:lpstr>
      <vt:lpstr>Arial</vt:lpstr>
      <vt:lpstr>Calibri Light</vt:lpstr>
      <vt:lpstr>Wingdings</vt:lpstr>
      <vt:lpstr>Metropolitan</vt:lpstr>
      <vt:lpstr>Evidence-based Interventions for Mental Health Conditions</vt:lpstr>
      <vt:lpstr>Assessing Mental Health  </vt:lpstr>
      <vt:lpstr>Strategies for Mood &amp; Anxiety  Disorders  </vt:lpstr>
      <vt:lpstr>Screening Tools for Mood &amp; Anxiety </vt:lpstr>
      <vt:lpstr>Strategies for Post Traumatic Stress Disorder</vt:lpstr>
      <vt:lpstr>Alcohol &amp; Substance Use Disorders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Ielhaam Jacobs</dc:creator>
  <cp:lastModifiedBy>Ielhaam Jacobs</cp:lastModifiedBy>
  <cp:revision>1</cp:revision>
  <dcterms:created xsi:type="dcterms:W3CDTF">2026-04-05T18:49:29Z</dcterms:created>
  <dcterms:modified xsi:type="dcterms:W3CDTF">2026-04-13T15:43:42Z</dcterms:modified>
</cp:coreProperties>
</file>